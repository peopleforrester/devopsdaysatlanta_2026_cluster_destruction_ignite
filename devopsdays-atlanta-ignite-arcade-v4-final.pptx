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2" name="Google Shape;10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9" name="Google Shape;140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7" name="Google Shape;19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6" name="Google Shape;21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9" name="Google Shape;224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2" name="Google Shape;231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865320" y="4079514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728847" y="2588202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094882" y="1343043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26544" y="3516414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880046" y="4700173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136876" y="3154590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621675" y="4083811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426590" y="2172023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795590" y="3670592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302094" y="2822316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935762" y="1454733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222371" y="209964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627369" y="4789350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8198152" y="1905994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981056" y="2227431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004651" y="3595687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5195126" y="3334984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1032757" y="3105898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713494" y="740568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7035619" y="1548329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8661701" y="2359893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1776228" y="405142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7365106" y="3375804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2364597" y="1457238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2637268" y="1463732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8375851" y="1736755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7740609" y="702016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968421" y="276724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7495086" y="2040563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6879993" y="2654654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1984419" y="1216044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1213487" y="2841233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454371" y="978065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2313956" y="2925770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3904476" y="2114050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7426341" y="1262493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5397639" y="774670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650912" y="811202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421159" y="2606029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396211" y="432547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01/20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67146" y="457200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022665" y="457200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26399" y="516453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963412" y="516453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67146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26399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85652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844906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904159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963412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022665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07893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67146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85652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44906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904159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022665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081918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48640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07893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67146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726399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85652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844906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904159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63412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022665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081918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1141171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48640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67146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726399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85652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44906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904159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963412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022665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141171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48640" y="81271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67146" y="81271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1022665" y="81271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1141171" y="81271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726399" y="87197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785652" y="87197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904159" y="87197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963412" y="87197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2157252" y="457200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2097999" y="516453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2157252" y="516453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216506" y="516453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2038746" y="57570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2097999" y="57570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2157252" y="57570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2216506" y="57570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2275759" y="57570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1979493" y="63495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2038746" y="63495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2157252" y="63495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2275759" y="63495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2335012" y="63495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1920240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1979493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2038746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2097999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2157252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2216506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2275759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2335012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2394265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2038746" y="75346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2157252" y="75346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2275759" y="75346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1979493" y="81271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2335012" y="81271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2038746" y="87197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2275759" y="87197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3410346" y="457200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3765865" y="457200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3469599" y="516453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3706612" y="516453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3410346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3469599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3528852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3588106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3647359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3706612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3765865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3351093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3410346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3528852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3588106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3647359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3765865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3825118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3291840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3351093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3410346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3469599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3528852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3588106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3647359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3706612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3765865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3825118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3884371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3291840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3410346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3469599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3528852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3588106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3647359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3706612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3765865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3884371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3291840" y="81271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3410346" y="81271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3765865" y="81271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3884371" y="81271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3469599" y="87197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3528852" y="87197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3647359" y="87197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3706612" y="87197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4900452" y="457200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4841199" y="516453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4900452" y="516453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4959706" y="516453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4781946" y="57570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4841199" y="57570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4900452" y="57570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4959706" y="57570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5018959" y="57570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4722693" y="63495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4781946" y="63495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4900452" y="63495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5018959" y="63495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5078212" y="63495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4663440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4722693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4781946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4841199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4900452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4959706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5018959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5078212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5137465" y="69421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4781946" y="75346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4900452" y="75346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"/>
          <p:cNvSpPr/>
          <p:nvPr/>
        </p:nvSpPr>
        <p:spPr>
          <a:xfrm>
            <a:off x="5018959" y="753466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"/>
          <p:cNvSpPr/>
          <p:nvPr/>
        </p:nvSpPr>
        <p:spPr>
          <a:xfrm>
            <a:off x="4722693" y="81271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"/>
          <p:cNvSpPr/>
          <p:nvPr/>
        </p:nvSpPr>
        <p:spPr>
          <a:xfrm>
            <a:off x="5078212" y="812719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"/>
          <p:cNvSpPr/>
          <p:nvPr/>
        </p:nvSpPr>
        <p:spPr>
          <a:xfrm>
            <a:off x="4781946" y="87197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"/>
          <p:cNvSpPr/>
          <p:nvPr/>
        </p:nvSpPr>
        <p:spPr>
          <a:xfrm>
            <a:off x="5018959" y="871972"/>
            <a:ext cx="56510" cy="56510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"/>
          <p:cNvSpPr/>
          <p:nvPr/>
        </p:nvSpPr>
        <p:spPr>
          <a:xfrm>
            <a:off x="6153546" y="457200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"/>
          <p:cNvSpPr/>
          <p:nvPr/>
        </p:nvSpPr>
        <p:spPr>
          <a:xfrm>
            <a:off x="6509065" y="457200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"/>
          <p:cNvSpPr/>
          <p:nvPr/>
        </p:nvSpPr>
        <p:spPr>
          <a:xfrm>
            <a:off x="6212799" y="516453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"/>
          <p:cNvSpPr/>
          <p:nvPr/>
        </p:nvSpPr>
        <p:spPr>
          <a:xfrm>
            <a:off x="6449812" y="516453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"/>
          <p:cNvSpPr/>
          <p:nvPr/>
        </p:nvSpPr>
        <p:spPr>
          <a:xfrm>
            <a:off x="6153546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"/>
          <p:cNvSpPr/>
          <p:nvPr/>
        </p:nvSpPr>
        <p:spPr>
          <a:xfrm>
            <a:off x="6212799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"/>
          <p:cNvSpPr/>
          <p:nvPr/>
        </p:nvSpPr>
        <p:spPr>
          <a:xfrm>
            <a:off x="6272052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"/>
          <p:cNvSpPr/>
          <p:nvPr/>
        </p:nvSpPr>
        <p:spPr>
          <a:xfrm>
            <a:off x="6331306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"/>
          <p:cNvSpPr/>
          <p:nvPr/>
        </p:nvSpPr>
        <p:spPr>
          <a:xfrm>
            <a:off x="6390559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"/>
          <p:cNvSpPr/>
          <p:nvPr/>
        </p:nvSpPr>
        <p:spPr>
          <a:xfrm>
            <a:off x="6449812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"/>
          <p:cNvSpPr/>
          <p:nvPr/>
        </p:nvSpPr>
        <p:spPr>
          <a:xfrm>
            <a:off x="6509065" y="57570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"/>
          <p:cNvSpPr/>
          <p:nvPr/>
        </p:nvSpPr>
        <p:spPr>
          <a:xfrm>
            <a:off x="6094293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6153546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"/>
          <p:cNvSpPr/>
          <p:nvPr/>
        </p:nvSpPr>
        <p:spPr>
          <a:xfrm>
            <a:off x="6272052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"/>
          <p:cNvSpPr/>
          <p:nvPr/>
        </p:nvSpPr>
        <p:spPr>
          <a:xfrm>
            <a:off x="6331306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"/>
          <p:cNvSpPr/>
          <p:nvPr/>
        </p:nvSpPr>
        <p:spPr>
          <a:xfrm>
            <a:off x="6390559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"/>
          <p:cNvSpPr/>
          <p:nvPr/>
        </p:nvSpPr>
        <p:spPr>
          <a:xfrm>
            <a:off x="6509065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"/>
          <p:cNvSpPr/>
          <p:nvPr/>
        </p:nvSpPr>
        <p:spPr>
          <a:xfrm>
            <a:off x="6568318" y="63495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"/>
          <p:cNvSpPr/>
          <p:nvPr/>
        </p:nvSpPr>
        <p:spPr>
          <a:xfrm>
            <a:off x="6035040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"/>
          <p:cNvSpPr/>
          <p:nvPr/>
        </p:nvSpPr>
        <p:spPr>
          <a:xfrm>
            <a:off x="6094293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"/>
          <p:cNvSpPr/>
          <p:nvPr/>
        </p:nvSpPr>
        <p:spPr>
          <a:xfrm>
            <a:off x="6153546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"/>
          <p:cNvSpPr/>
          <p:nvPr/>
        </p:nvSpPr>
        <p:spPr>
          <a:xfrm>
            <a:off x="6212799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"/>
          <p:cNvSpPr/>
          <p:nvPr/>
        </p:nvSpPr>
        <p:spPr>
          <a:xfrm>
            <a:off x="6272052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"/>
          <p:cNvSpPr/>
          <p:nvPr/>
        </p:nvSpPr>
        <p:spPr>
          <a:xfrm>
            <a:off x="6331306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"/>
          <p:cNvSpPr/>
          <p:nvPr/>
        </p:nvSpPr>
        <p:spPr>
          <a:xfrm>
            <a:off x="6390559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"/>
          <p:cNvSpPr/>
          <p:nvPr/>
        </p:nvSpPr>
        <p:spPr>
          <a:xfrm>
            <a:off x="6449812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"/>
          <p:cNvSpPr/>
          <p:nvPr/>
        </p:nvSpPr>
        <p:spPr>
          <a:xfrm>
            <a:off x="6509065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"/>
          <p:cNvSpPr/>
          <p:nvPr/>
        </p:nvSpPr>
        <p:spPr>
          <a:xfrm>
            <a:off x="6568318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"/>
          <p:cNvSpPr/>
          <p:nvPr/>
        </p:nvSpPr>
        <p:spPr>
          <a:xfrm>
            <a:off x="6627571" y="69421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"/>
          <p:cNvSpPr/>
          <p:nvPr/>
        </p:nvSpPr>
        <p:spPr>
          <a:xfrm>
            <a:off x="6035040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"/>
          <p:cNvSpPr/>
          <p:nvPr/>
        </p:nvSpPr>
        <p:spPr>
          <a:xfrm>
            <a:off x="6153546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"/>
          <p:cNvSpPr/>
          <p:nvPr/>
        </p:nvSpPr>
        <p:spPr>
          <a:xfrm>
            <a:off x="6212799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"/>
          <p:cNvSpPr/>
          <p:nvPr/>
        </p:nvSpPr>
        <p:spPr>
          <a:xfrm>
            <a:off x="6272052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"/>
          <p:cNvSpPr/>
          <p:nvPr/>
        </p:nvSpPr>
        <p:spPr>
          <a:xfrm>
            <a:off x="6331306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"/>
          <p:cNvSpPr/>
          <p:nvPr/>
        </p:nvSpPr>
        <p:spPr>
          <a:xfrm>
            <a:off x="6390559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"/>
          <p:cNvSpPr/>
          <p:nvPr/>
        </p:nvSpPr>
        <p:spPr>
          <a:xfrm>
            <a:off x="6449812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"/>
          <p:cNvSpPr/>
          <p:nvPr/>
        </p:nvSpPr>
        <p:spPr>
          <a:xfrm>
            <a:off x="6509065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"/>
          <p:cNvSpPr/>
          <p:nvPr/>
        </p:nvSpPr>
        <p:spPr>
          <a:xfrm>
            <a:off x="6627571" y="753466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"/>
          <p:cNvSpPr/>
          <p:nvPr/>
        </p:nvSpPr>
        <p:spPr>
          <a:xfrm>
            <a:off x="6035040" y="81271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"/>
          <p:cNvSpPr/>
          <p:nvPr/>
        </p:nvSpPr>
        <p:spPr>
          <a:xfrm>
            <a:off x="6153546" y="81271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"/>
          <p:cNvSpPr/>
          <p:nvPr/>
        </p:nvSpPr>
        <p:spPr>
          <a:xfrm>
            <a:off x="6509065" y="81271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"/>
          <p:cNvSpPr/>
          <p:nvPr/>
        </p:nvSpPr>
        <p:spPr>
          <a:xfrm>
            <a:off x="6627571" y="812719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"/>
          <p:cNvSpPr/>
          <p:nvPr/>
        </p:nvSpPr>
        <p:spPr>
          <a:xfrm>
            <a:off x="6212799" y="87197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"/>
          <p:cNvSpPr/>
          <p:nvPr/>
        </p:nvSpPr>
        <p:spPr>
          <a:xfrm>
            <a:off x="6272052" y="87197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"/>
          <p:cNvSpPr/>
          <p:nvPr/>
        </p:nvSpPr>
        <p:spPr>
          <a:xfrm>
            <a:off x="6390559" y="87197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"/>
          <p:cNvSpPr/>
          <p:nvPr/>
        </p:nvSpPr>
        <p:spPr>
          <a:xfrm>
            <a:off x="6449812" y="871972"/>
            <a:ext cx="56510" cy="5651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"/>
          <p:cNvSpPr/>
          <p:nvPr/>
        </p:nvSpPr>
        <p:spPr>
          <a:xfrm>
            <a:off x="7643652" y="457200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"/>
          <p:cNvSpPr/>
          <p:nvPr/>
        </p:nvSpPr>
        <p:spPr>
          <a:xfrm>
            <a:off x="7584399" y="516453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"/>
          <p:cNvSpPr/>
          <p:nvPr/>
        </p:nvSpPr>
        <p:spPr>
          <a:xfrm>
            <a:off x="7643652" y="516453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"/>
          <p:cNvSpPr/>
          <p:nvPr/>
        </p:nvSpPr>
        <p:spPr>
          <a:xfrm>
            <a:off x="7702906" y="516453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"/>
          <p:cNvSpPr/>
          <p:nvPr/>
        </p:nvSpPr>
        <p:spPr>
          <a:xfrm>
            <a:off x="7525146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"/>
          <p:cNvSpPr/>
          <p:nvPr/>
        </p:nvSpPr>
        <p:spPr>
          <a:xfrm>
            <a:off x="7584399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"/>
          <p:cNvSpPr/>
          <p:nvPr/>
        </p:nvSpPr>
        <p:spPr>
          <a:xfrm>
            <a:off x="7643652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"/>
          <p:cNvSpPr/>
          <p:nvPr/>
        </p:nvSpPr>
        <p:spPr>
          <a:xfrm>
            <a:off x="7702906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"/>
          <p:cNvSpPr/>
          <p:nvPr/>
        </p:nvSpPr>
        <p:spPr>
          <a:xfrm>
            <a:off x="7762159" y="57570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"/>
          <p:cNvSpPr/>
          <p:nvPr/>
        </p:nvSpPr>
        <p:spPr>
          <a:xfrm>
            <a:off x="7465893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"/>
          <p:cNvSpPr/>
          <p:nvPr/>
        </p:nvSpPr>
        <p:spPr>
          <a:xfrm>
            <a:off x="7525146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"/>
          <p:cNvSpPr/>
          <p:nvPr/>
        </p:nvSpPr>
        <p:spPr>
          <a:xfrm>
            <a:off x="7643652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"/>
          <p:cNvSpPr/>
          <p:nvPr/>
        </p:nvSpPr>
        <p:spPr>
          <a:xfrm>
            <a:off x="7762159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"/>
          <p:cNvSpPr/>
          <p:nvPr/>
        </p:nvSpPr>
        <p:spPr>
          <a:xfrm>
            <a:off x="7821412" y="63495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"/>
          <p:cNvSpPr/>
          <p:nvPr/>
        </p:nvSpPr>
        <p:spPr>
          <a:xfrm>
            <a:off x="7406640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"/>
          <p:cNvSpPr/>
          <p:nvPr/>
        </p:nvSpPr>
        <p:spPr>
          <a:xfrm>
            <a:off x="7465893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"/>
          <p:cNvSpPr/>
          <p:nvPr/>
        </p:nvSpPr>
        <p:spPr>
          <a:xfrm>
            <a:off x="7525146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"/>
          <p:cNvSpPr/>
          <p:nvPr/>
        </p:nvSpPr>
        <p:spPr>
          <a:xfrm>
            <a:off x="7584399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"/>
          <p:cNvSpPr/>
          <p:nvPr/>
        </p:nvSpPr>
        <p:spPr>
          <a:xfrm>
            <a:off x="7643652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"/>
          <p:cNvSpPr/>
          <p:nvPr/>
        </p:nvSpPr>
        <p:spPr>
          <a:xfrm>
            <a:off x="7702906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"/>
          <p:cNvSpPr/>
          <p:nvPr/>
        </p:nvSpPr>
        <p:spPr>
          <a:xfrm>
            <a:off x="7762159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"/>
          <p:cNvSpPr/>
          <p:nvPr/>
        </p:nvSpPr>
        <p:spPr>
          <a:xfrm>
            <a:off x="7821412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"/>
          <p:cNvSpPr/>
          <p:nvPr/>
        </p:nvSpPr>
        <p:spPr>
          <a:xfrm>
            <a:off x="7880665" y="69421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"/>
          <p:cNvSpPr/>
          <p:nvPr/>
        </p:nvSpPr>
        <p:spPr>
          <a:xfrm>
            <a:off x="7525146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"/>
          <p:cNvSpPr/>
          <p:nvPr/>
        </p:nvSpPr>
        <p:spPr>
          <a:xfrm>
            <a:off x="7643652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"/>
          <p:cNvSpPr/>
          <p:nvPr/>
        </p:nvSpPr>
        <p:spPr>
          <a:xfrm>
            <a:off x="7762159" y="753466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"/>
          <p:cNvSpPr/>
          <p:nvPr/>
        </p:nvSpPr>
        <p:spPr>
          <a:xfrm>
            <a:off x="7465893" y="81271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"/>
          <p:cNvSpPr/>
          <p:nvPr/>
        </p:nvSpPr>
        <p:spPr>
          <a:xfrm>
            <a:off x="7821412" y="812719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"/>
          <p:cNvSpPr/>
          <p:nvPr/>
        </p:nvSpPr>
        <p:spPr>
          <a:xfrm>
            <a:off x="7525146" y="87197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"/>
          <p:cNvSpPr/>
          <p:nvPr/>
        </p:nvSpPr>
        <p:spPr>
          <a:xfrm>
            <a:off x="7762159" y="871972"/>
            <a:ext cx="56510" cy="56510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THE DAY CLAUDE CODE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DELETED MY CLUSTER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A CAUTIONARY TALE ABOUT AI GUARDRAILS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"/>
          <p:cNvSpPr/>
          <p:nvPr/>
        </p:nvSpPr>
        <p:spPr>
          <a:xfrm>
            <a:off x="4522257" y="3749040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"/>
          <p:cNvSpPr/>
          <p:nvPr/>
        </p:nvSpPr>
        <p:spPr>
          <a:xfrm>
            <a:off x="4443252" y="3828044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"/>
          <p:cNvSpPr/>
          <p:nvPr/>
        </p:nvSpPr>
        <p:spPr>
          <a:xfrm>
            <a:off x="4522257" y="3828044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"/>
          <p:cNvSpPr/>
          <p:nvPr/>
        </p:nvSpPr>
        <p:spPr>
          <a:xfrm>
            <a:off x="4601261" y="3828044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"/>
          <p:cNvSpPr/>
          <p:nvPr/>
        </p:nvSpPr>
        <p:spPr>
          <a:xfrm>
            <a:off x="4443252" y="3907048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"/>
          <p:cNvSpPr/>
          <p:nvPr/>
        </p:nvSpPr>
        <p:spPr>
          <a:xfrm>
            <a:off x="4522257" y="3907048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"/>
          <p:cNvSpPr/>
          <p:nvPr/>
        </p:nvSpPr>
        <p:spPr>
          <a:xfrm>
            <a:off x="4601261" y="3907048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"/>
          <p:cNvSpPr/>
          <p:nvPr/>
        </p:nvSpPr>
        <p:spPr>
          <a:xfrm>
            <a:off x="4285244" y="3986052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"/>
          <p:cNvSpPr/>
          <p:nvPr/>
        </p:nvSpPr>
        <p:spPr>
          <a:xfrm>
            <a:off x="4364248" y="3986052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"/>
          <p:cNvSpPr/>
          <p:nvPr/>
        </p:nvSpPr>
        <p:spPr>
          <a:xfrm>
            <a:off x="4443252" y="3986052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"/>
          <p:cNvSpPr/>
          <p:nvPr/>
        </p:nvSpPr>
        <p:spPr>
          <a:xfrm>
            <a:off x="4522257" y="3986052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"/>
          <p:cNvSpPr/>
          <p:nvPr/>
        </p:nvSpPr>
        <p:spPr>
          <a:xfrm>
            <a:off x="4601261" y="3986052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"/>
          <p:cNvSpPr/>
          <p:nvPr/>
        </p:nvSpPr>
        <p:spPr>
          <a:xfrm>
            <a:off x="4680265" y="3986052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"/>
          <p:cNvSpPr/>
          <p:nvPr/>
        </p:nvSpPr>
        <p:spPr>
          <a:xfrm>
            <a:off x="4759269" y="3986052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"/>
          <p:cNvSpPr/>
          <p:nvPr/>
        </p:nvSpPr>
        <p:spPr>
          <a:xfrm>
            <a:off x="4206240" y="4065057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"/>
          <p:cNvSpPr/>
          <p:nvPr/>
        </p:nvSpPr>
        <p:spPr>
          <a:xfrm>
            <a:off x="4285244" y="4065057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"/>
          <p:cNvSpPr/>
          <p:nvPr/>
        </p:nvSpPr>
        <p:spPr>
          <a:xfrm>
            <a:off x="4364248" y="4065057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"/>
          <p:cNvSpPr/>
          <p:nvPr/>
        </p:nvSpPr>
        <p:spPr>
          <a:xfrm>
            <a:off x="4443252" y="4065057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"/>
          <p:cNvSpPr/>
          <p:nvPr/>
        </p:nvSpPr>
        <p:spPr>
          <a:xfrm>
            <a:off x="4522257" y="4065057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"/>
          <p:cNvSpPr/>
          <p:nvPr/>
        </p:nvSpPr>
        <p:spPr>
          <a:xfrm>
            <a:off x="4601261" y="4065057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"/>
          <p:cNvSpPr/>
          <p:nvPr/>
        </p:nvSpPr>
        <p:spPr>
          <a:xfrm>
            <a:off x="4680265" y="4065057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"/>
          <p:cNvSpPr/>
          <p:nvPr/>
        </p:nvSpPr>
        <p:spPr>
          <a:xfrm>
            <a:off x="4759269" y="4065057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"/>
          <p:cNvSpPr/>
          <p:nvPr/>
        </p:nvSpPr>
        <p:spPr>
          <a:xfrm>
            <a:off x="4838273" y="4065057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"/>
          <p:cNvSpPr/>
          <p:nvPr/>
        </p:nvSpPr>
        <p:spPr>
          <a:xfrm>
            <a:off x="4206240" y="4144061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"/>
          <p:cNvSpPr/>
          <p:nvPr/>
        </p:nvSpPr>
        <p:spPr>
          <a:xfrm>
            <a:off x="4285244" y="4144061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"/>
          <p:cNvSpPr/>
          <p:nvPr/>
        </p:nvSpPr>
        <p:spPr>
          <a:xfrm>
            <a:off x="4364248" y="4144061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"/>
          <p:cNvSpPr/>
          <p:nvPr/>
        </p:nvSpPr>
        <p:spPr>
          <a:xfrm>
            <a:off x="4443252" y="4144061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"/>
          <p:cNvSpPr/>
          <p:nvPr/>
        </p:nvSpPr>
        <p:spPr>
          <a:xfrm>
            <a:off x="4522257" y="4144061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"/>
          <p:cNvSpPr/>
          <p:nvPr/>
        </p:nvSpPr>
        <p:spPr>
          <a:xfrm>
            <a:off x="4601261" y="4144061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"/>
          <p:cNvSpPr/>
          <p:nvPr/>
        </p:nvSpPr>
        <p:spPr>
          <a:xfrm>
            <a:off x="4680265" y="4144061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"/>
          <p:cNvSpPr/>
          <p:nvPr/>
        </p:nvSpPr>
        <p:spPr>
          <a:xfrm>
            <a:off x="4759269" y="4144061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"/>
          <p:cNvSpPr/>
          <p:nvPr/>
        </p:nvSpPr>
        <p:spPr>
          <a:xfrm>
            <a:off x="4838273" y="4144061"/>
            <a:ext cx="76261" cy="76261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INSERT COIN TO CONTINUE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◄ LEVEL 1: SETUP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"/>
          <p:cNvSpPr/>
          <p:nvPr/>
        </p:nvSpPr>
        <p:spPr>
          <a:xfrm>
            <a:off x="450385" y="2749318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"/>
          <p:cNvSpPr/>
          <p:nvPr/>
        </p:nvSpPr>
        <p:spPr>
          <a:xfrm>
            <a:off x="7000695" y="2557323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"/>
          <p:cNvSpPr/>
          <p:nvPr/>
        </p:nvSpPr>
        <p:spPr>
          <a:xfrm>
            <a:off x="5836006" y="3782095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"/>
          <p:cNvSpPr/>
          <p:nvPr/>
        </p:nvSpPr>
        <p:spPr>
          <a:xfrm>
            <a:off x="1570580" y="1112380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"/>
          <p:cNvSpPr/>
          <p:nvPr/>
        </p:nvSpPr>
        <p:spPr>
          <a:xfrm>
            <a:off x="8134860" y="2998706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"/>
          <p:cNvSpPr/>
          <p:nvPr/>
        </p:nvSpPr>
        <p:spPr>
          <a:xfrm>
            <a:off x="5409773" y="3139803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"/>
          <p:cNvSpPr/>
          <p:nvPr/>
        </p:nvSpPr>
        <p:spPr>
          <a:xfrm>
            <a:off x="2158546" y="3598074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"/>
          <p:cNvSpPr/>
          <p:nvPr/>
        </p:nvSpPr>
        <p:spPr>
          <a:xfrm>
            <a:off x="4228390" y="3679784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"/>
          <p:cNvSpPr/>
          <p:nvPr/>
        </p:nvSpPr>
        <p:spPr>
          <a:xfrm>
            <a:off x="3096029" y="3615636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"/>
          <p:cNvSpPr/>
          <p:nvPr/>
        </p:nvSpPr>
        <p:spPr>
          <a:xfrm>
            <a:off x="2140043" y="3611317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"/>
          <p:cNvSpPr/>
          <p:nvPr/>
        </p:nvSpPr>
        <p:spPr>
          <a:xfrm>
            <a:off x="305318" y="1041727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"/>
          <p:cNvSpPr/>
          <p:nvPr/>
        </p:nvSpPr>
        <p:spPr>
          <a:xfrm>
            <a:off x="4270962" y="4836273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"/>
          <p:cNvSpPr/>
          <p:nvPr/>
        </p:nvSpPr>
        <p:spPr>
          <a:xfrm>
            <a:off x="3857031" y="3029181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"/>
          <p:cNvSpPr/>
          <p:nvPr/>
        </p:nvSpPr>
        <p:spPr>
          <a:xfrm>
            <a:off x="1294092" y="3744828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"/>
          <p:cNvSpPr/>
          <p:nvPr/>
        </p:nvSpPr>
        <p:spPr>
          <a:xfrm>
            <a:off x="327732" y="3360458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"/>
          <p:cNvSpPr/>
          <p:nvPr/>
        </p:nvSpPr>
        <p:spPr>
          <a:xfrm>
            <a:off x="2286513" y="982150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"/>
          <p:cNvSpPr/>
          <p:nvPr/>
        </p:nvSpPr>
        <p:spPr>
          <a:xfrm>
            <a:off x="3286670" y="1938475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"/>
          <p:cNvSpPr/>
          <p:nvPr/>
        </p:nvSpPr>
        <p:spPr>
          <a:xfrm>
            <a:off x="7247520" y="2516103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"/>
          <p:cNvSpPr/>
          <p:nvPr/>
        </p:nvSpPr>
        <p:spPr>
          <a:xfrm>
            <a:off x="1594463" y="3281766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"/>
          <p:cNvSpPr/>
          <p:nvPr/>
        </p:nvSpPr>
        <p:spPr>
          <a:xfrm>
            <a:off x="2304413" y="3936901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"/>
          <p:cNvSpPr/>
          <p:nvPr/>
        </p:nvSpPr>
        <p:spPr>
          <a:xfrm>
            <a:off x="3775246" y="1652561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"/>
          <p:cNvSpPr/>
          <p:nvPr/>
        </p:nvSpPr>
        <p:spPr>
          <a:xfrm>
            <a:off x="1955514" y="2607011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"/>
          <p:cNvSpPr/>
          <p:nvPr/>
        </p:nvSpPr>
        <p:spPr>
          <a:xfrm>
            <a:off x="8080309" y="3633065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"/>
          <p:cNvSpPr/>
          <p:nvPr/>
        </p:nvSpPr>
        <p:spPr>
          <a:xfrm>
            <a:off x="6013134" y="1474973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"/>
          <p:cNvSpPr/>
          <p:nvPr/>
        </p:nvSpPr>
        <p:spPr>
          <a:xfrm>
            <a:off x="2400723" y="2487001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02/20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PLAYER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"/>
          <p:cNvSpPr/>
          <p:nvPr/>
        </p:nvSpPr>
        <p:spPr>
          <a:xfrm>
            <a:off x="1371600" y="914400"/>
            <a:ext cx="6400800" cy="2560320"/>
          </a:xfrm>
          <a:prstGeom prst="rect">
            <a:avLst/>
          </a:prstGeom>
          <a:solidFill>
            <a:srgbClr val="0A1F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"/>
          <p:cNvSpPr/>
          <p:nvPr/>
        </p:nvSpPr>
        <p:spPr>
          <a:xfrm>
            <a:off x="1371600" y="91440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"/>
          <p:cNvSpPr/>
          <p:nvPr/>
        </p:nvSpPr>
        <p:spPr>
          <a:xfrm>
            <a:off x="1371600" y="91440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"/>
          <p:cNvSpPr/>
          <p:nvPr/>
        </p:nvSpPr>
        <p:spPr>
          <a:xfrm>
            <a:off x="7607808" y="91440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"/>
          <p:cNvSpPr/>
          <p:nvPr/>
        </p:nvSpPr>
        <p:spPr>
          <a:xfrm>
            <a:off x="7735824" y="91440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"/>
          <p:cNvSpPr/>
          <p:nvPr/>
        </p:nvSpPr>
        <p:spPr>
          <a:xfrm>
            <a:off x="1371600" y="343814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"/>
          <p:cNvSpPr/>
          <p:nvPr/>
        </p:nvSpPr>
        <p:spPr>
          <a:xfrm>
            <a:off x="1371600" y="331012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"/>
          <p:cNvSpPr/>
          <p:nvPr/>
        </p:nvSpPr>
        <p:spPr>
          <a:xfrm>
            <a:off x="7607808" y="343814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"/>
          <p:cNvSpPr/>
          <p:nvPr/>
        </p:nvSpPr>
        <p:spPr>
          <a:xfrm>
            <a:off x="7735824" y="331012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"/>
          <p:cNvSpPr/>
          <p:nvPr/>
        </p:nvSpPr>
        <p:spPr>
          <a:xfrm>
            <a:off x="1828800" y="109728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CERTS: 12 AWS + CNCF + NV</a:t>
            </a:r>
            <a:r>
              <a:rPr lang="en-US" sz="18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IDIA + XYZ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EXP:   </a:t>
            </a:r>
            <a:r>
              <a:rPr lang="en-US" sz="18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0" i="0" lang="en-US" sz="18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 YEARS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IDPs:  SINCE 2018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STATUS: UNSTOPPABLE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2025.  AI IS MAGIC.  I AM UNSTOPPABLE.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◄ LEVEL 1: SETUP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"/>
          <p:cNvSpPr/>
          <p:nvPr/>
        </p:nvSpPr>
        <p:spPr>
          <a:xfrm>
            <a:off x="953239" y="1851462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"/>
          <p:cNvSpPr/>
          <p:nvPr/>
        </p:nvSpPr>
        <p:spPr>
          <a:xfrm>
            <a:off x="2003627" y="1668394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"/>
          <p:cNvSpPr/>
          <p:nvPr/>
        </p:nvSpPr>
        <p:spPr>
          <a:xfrm>
            <a:off x="8258158" y="4439840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"/>
          <p:cNvSpPr/>
          <p:nvPr/>
        </p:nvSpPr>
        <p:spPr>
          <a:xfrm>
            <a:off x="6528975" y="2212871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"/>
          <p:cNvSpPr/>
          <p:nvPr/>
        </p:nvSpPr>
        <p:spPr>
          <a:xfrm>
            <a:off x="4648400" y="1525875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"/>
          <p:cNvSpPr/>
          <p:nvPr/>
        </p:nvSpPr>
        <p:spPr>
          <a:xfrm>
            <a:off x="2219433" y="3631468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"/>
          <p:cNvSpPr/>
          <p:nvPr/>
        </p:nvSpPr>
        <p:spPr>
          <a:xfrm>
            <a:off x="4699728" y="2119753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"/>
          <p:cNvSpPr/>
          <p:nvPr/>
        </p:nvSpPr>
        <p:spPr>
          <a:xfrm>
            <a:off x="1404446" y="4122008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"/>
          <p:cNvSpPr/>
          <p:nvPr/>
        </p:nvSpPr>
        <p:spPr>
          <a:xfrm>
            <a:off x="724877" y="3432869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5"/>
          <p:cNvSpPr/>
          <p:nvPr/>
        </p:nvSpPr>
        <p:spPr>
          <a:xfrm>
            <a:off x="6650503" y="4081546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"/>
          <p:cNvSpPr/>
          <p:nvPr/>
        </p:nvSpPr>
        <p:spPr>
          <a:xfrm>
            <a:off x="1708488" y="3079882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"/>
          <p:cNvSpPr/>
          <p:nvPr/>
        </p:nvSpPr>
        <p:spPr>
          <a:xfrm>
            <a:off x="3337728" y="4260802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5"/>
          <p:cNvSpPr/>
          <p:nvPr/>
        </p:nvSpPr>
        <p:spPr>
          <a:xfrm>
            <a:off x="2919328" y="4680378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"/>
          <p:cNvSpPr/>
          <p:nvPr/>
        </p:nvSpPr>
        <p:spPr>
          <a:xfrm>
            <a:off x="3887108" y="3292655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"/>
          <p:cNvSpPr/>
          <p:nvPr/>
        </p:nvSpPr>
        <p:spPr>
          <a:xfrm>
            <a:off x="8056794" y="445428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03/20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THE 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5"/>
          <p:cNvSpPr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"/>
          <p:cNvSpPr/>
          <p:nvPr/>
        </p:nvSpPr>
        <p:spPr>
          <a:xfrm>
            <a:off x="914400" y="1097280"/>
            <a:ext cx="164592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"/>
          <p:cNvSpPr/>
          <p:nvPr/>
        </p:nvSpPr>
        <p:spPr>
          <a:xfrm>
            <a:off x="914400" y="1097280"/>
            <a:ext cx="36576" cy="16459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"/>
          <p:cNvSpPr/>
          <p:nvPr/>
        </p:nvSpPr>
        <p:spPr>
          <a:xfrm>
            <a:off x="8065008" y="1097280"/>
            <a:ext cx="164592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"/>
          <p:cNvSpPr/>
          <p:nvPr/>
        </p:nvSpPr>
        <p:spPr>
          <a:xfrm>
            <a:off x="8193024" y="1097280"/>
            <a:ext cx="36576" cy="16459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"/>
          <p:cNvSpPr/>
          <p:nvPr/>
        </p:nvSpPr>
        <p:spPr>
          <a:xfrm>
            <a:off x="914400" y="2889504"/>
            <a:ext cx="164592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"/>
          <p:cNvSpPr/>
          <p:nvPr/>
        </p:nvSpPr>
        <p:spPr>
          <a:xfrm>
            <a:off x="914400" y="2761488"/>
            <a:ext cx="36576" cy="16459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"/>
          <p:cNvSpPr/>
          <p:nvPr/>
        </p:nvSpPr>
        <p:spPr>
          <a:xfrm>
            <a:off x="8065008" y="2889504"/>
            <a:ext cx="164592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"/>
          <p:cNvSpPr/>
          <p:nvPr/>
        </p:nvSpPr>
        <p:spPr>
          <a:xfrm>
            <a:off x="8193024" y="2761488"/>
            <a:ext cx="36576" cy="16459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"/>
          <p:cNvSpPr/>
          <p:nvPr/>
        </p:nvSpPr>
        <p:spPr>
          <a:xfrm>
            <a:off x="1188720" y="1234440"/>
            <a:ext cx="6766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&gt; Step outside the pipeline.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  Do what you need to do.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  I'll be back in 30 seconds.  Follow </a:t>
            </a:r>
            <a:r>
              <a:rPr lang="en-US" sz="2000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all directives around non-deletion and non-destruction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"/>
          <p:cNvSpPr/>
          <p:nvPr/>
        </p:nvSpPr>
        <p:spPr>
          <a:xfrm>
            <a:off x="914400" y="3017520"/>
            <a:ext cx="7315200" cy="50292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"/>
          <p:cNvSpPr/>
          <p:nvPr/>
        </p:nvSpPr>
        <p:spPr>
          <a:xfrm>
            <a:off x="1097280" y="303580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$ claude --dangerously-skip-permissions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Courier New"/>
                <a:ea typeface="Courier New"/>
                <a:cs typeface="Courier New"/>
                <a:sym typeface="Courier New"/>
              </a:rPr>
              <a:t>THE FLAG HAS "DANGEROUSLY" IN THE NAME.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"/>
          <p:cNvSpPr/>
          <p:nvPr/>
        </p:nvSpPr>
        <p:spPr>
          <a:xfrm>
            <a:off x="471099" y="329184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"/>
          <p:cNvSpPr/>
          <p:nvPr/>
        </p:nvSpPr>
        <p:spPr>
          <a:xfrm>
            <a:off x="681777" y="329184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"/>
          <p:cNvSpPr/>
          <p:nvPr/>
        </p:nvSpPr>
        <p:spPr>
          <a:xfrm>
            <a:off x="523768" y="334450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"/>
          <p:cNvSpPr/>
          <p:nvPr/>
        </p:nvSpPr>
        <p:spPr>
          <a:xfrm>
            <a:off x="629107" y="334450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"/>
          <p:cNvSpPr/>
          <p:nvPr/>
        </p:nvSpPr>
        <p:spPr>
          <a:xfrm>
            <a:off x="365760" y="339717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"/>
          <p:cNvSpPr/>
          <p:nvPr/>
        </p:nvSpPr>
        <p:spPr>
          <a:xfrm>
            <a:off x="787116" y="339717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"/>
          <p:cNvSpPr/>
          <p:nvPr/>
        </p:nvSpPr>
        <p:spPr>
          <a:xfrm>
            <a:off x="418429" y="344984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"/>
          <p:cNvSpPr/>
          <p:nvPr/>
        </p:nvSpPr>
        <p:spPr>
          <a:xfrm>
            <a:off x="734446" y="344984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5"/>
          <p:cNvSpPr/>
          <p:nvPr/>
        </p:nvSpPr>
        <p:spPr>
          <a:xfrm>
            <a:off x="365760" y="350251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"/>
          <p:cNvSpPr/>
          <p:nvPr/>
        </p:nvSpPr>
        <p:spPr>
          <a:xfrm>
            <a:off x="787116" y="350251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"/>
          <p:cNvSpPr/>
          <p:nvPr/>
        </p:nvSpPr>
        <p:spPr>
          <a:xfrm>
            <a:off x="523768" y="355518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"/>
          <p:cNvSpPr/>
          <p:nvPr/>
        </p:nvSpPr>
        <p:spPr>
          <a:xfrm>
            <a:off x="629107" y="355518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"/>
          <p:cNvSpPr/>
          <p:nvPr/>
        </p:nvSpPr>
        <p:spPr>
          <a:xfrm>
            <a:off x="471099" y="360785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"/>
          <p:cNvSpPr/>
          <p:nvPr/>
        </p:nvSpPr>
        <p:spPr>
          <a:xfrm>
            <a:off x="681777" y="360785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"/>
          <p:cNvSpPr/>
          <p:nvPr/>
        </p:nvSpPr>
        <p:spPr>
          <a:xfrm>
            <a:off x="8152059" y="329184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"/>
          <p:cNvSpPr/>
          <p:nvPr/>
        </p:nvSpPr>
        <p:spPr>
          <a:xfrm>
            <a:off x="8362737" y="329184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5"/>
          <p:cNvSpPr/>
          <p:nvPr/>
        </p:nvSpPr>
        <p:spPr>
          <a:xfrm>
            <a:off x="8204728" y="334450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"/>
          <p:cNvSpPr/>
          <p:nvPr/>
        </p:nvSpPr>
        <p:spPr>
          <a:xfrm>
            <a:off x="8310067" y="334450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"/>
          <p:cNvSpPr/>
          <p:nvPr/>
        </p:nvSpPr>
        <p:spPr>
          <a:xfrm>
            <a:off x="8046720" y="339717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"/>
          <p:cNvSpPr/>
          <p:nvPr/>
        </p:nvSpPr>
        <p:spPr>
          <a:xfrm>
            <a:off x="8468076" y="339717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"/>
          <p:cNvSpPr/>
          <p:nvPr/>
        </p:nvSpPr>
        <p:spPr>
          <a:xfrm>
            <a:off x="8099389" y="344984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"/>
          <p:cNvSpPr/>
          <p:nvPr/>
        </p:nvSpPr>
        <p:spPr>
          <a:xfrm>
            <a:off x="8415406" y="344984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"/>
          <p:cNvSpPr/>
          <p:nvPr/>
        </p:nvSpPr>
        <p:spPr>
          <a:xfrm>
            <a:off x="8046720" y="350251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"/>
          <p:cNvSpPr/>
          <p:nvPr/>
        </p:nvSpPr>
        <p:spPr>
          <a:xfrm>
            <a:off x="8468076" y="350251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"/>
          <p:cNvSpPr/>
          <p:nvPr/>
        </p:nvSpPr>
        <p:spPr>
          <a:xfrm>
            <a:off x="8204728" y="355518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"/>
          <p:cNvSpPr/>
          <p:nvPr/>
        </p:nvSpPr>
        <p:spPr>
          <a:xfrm>
            <a:off x="8310067" y="355518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"/>
          <p:cNvSpPr/>
          <p:nvPr/>
        </p:nvSpPr>
        <p:spPr>
          <a:xfrm>
            <a:off x="8152059" y="360785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"/>
          <p:cNvSpPr/>
          <p:nvPr/>
        </p:nvSpPr>
        <p:spPr>
          <a:xfrm>
            <a:off x="8362737" y="360785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5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◄ LEVEL 1: SETUP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04/20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6"/>
          <p:cNvSpPr/>
          <p:nvPr/>
        </p:nvSpPr>
        <p:spPr>
          <a:xfrm>
            <a:off x="0" y="4572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2000"/>
              <a:buFont typeface="Courier New"/>
              <a:buNone/>
            </a:pPr>
            <a:r>
              <a:rPr b="1" i="0" lang="en-US" sz="120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6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SECONDS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6"/>
          <p:cNvSpPr/>
          <p:nvPr/>
        </p:nvSpPr>
        <p:spPr>
          <a:xfrm>
            <a:off x="0" y="34747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ourier New"/>
              <a:buNone/>
            </a:pPr>
            <a:r>
              <a:rPr lang="en-US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I had a delivery… and a deadline… and …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6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6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6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◄ LEVEL 1: SETUP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05/20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7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PHASE 1: FALSE HOPE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7"/>
          <p:cNvSpPr/>
          <p:nvPr/>
        </p:nvSpPr>
        <p:spPr>
          <a:xfrm>
            <a:off x="731520" y="914400"/>
            <a:ext cx="7680960" cy="2743200"/>
          </a:xfrm>
          <a:prstGeom prst="rect">
            <a:avLst/>
          </a:prstGeom>
          <a:solidFill>
            <a:srgbClr val="0A1F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7"/>
          <p:cNvSpPr/>
          <p:nvPr/>
        </p:nvSpPr>
        <p:spPr>
          <a:xfrm>
            <a:off x="731520" y="91440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7"/>
          <p:cNvSpPr/>
          <p:nvPr/>
        </p:nvSpPr>
        <p:spPr>
          <a:xfrm>
            <a:off x="731520" y="91440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"/>
          <p:cNvSpPr/>
          <p:nvPr/>
        </p:nvSpPr>
        <p:spPr>
          <a:xfrm>
            <a:off x="8247888" y="91440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7"/>
          <p:cNvSpPr/>
          <p:nvPr/>
        </p:nvSpPr>
        <p:spPr>
          <a:xfrm>
            <a:off x="8375904" y="91440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7"/>
          <p:cNvSpPr/>
          <p:nvPr/>
        </p:nvSpPr>
        <p:spPr>
          <a:xfrm>
            <a:off x="731520" y="362102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7"/>
          <p:cNvSpPr/>
          <p:nvPr/>
        </p:nvSpPr>
        <p:spPr>
          <a:xfrm>
            <a:off x="731520" y="349300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7"/>
          <p:cNvSpPr/>
          <p:nvPr/>
        </p:nvSpPr>
        <p:spPr>
          <a:xfrm>
            <a:off x="8247888" y="362102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7"/>
          <p:cNvSpPr/>
          <p:nvPr/>
        </p:nvSpPr>
        <p:spPr>
          <a:xfrm>
            <a:off x="8375904" y="349300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7"/>
          <p:cNvSpPr/>
          <p:nvPr/>
        </p:nvSpPr>
        <p:spPr>
          <a:xfrm>
            <a:off x="914400" y="1005840"/>
            <a:ext cx="7315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$ kubectl get pods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NAME              READY   STATUS    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api-server-1      1/1     Running   2m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api-server-2      1/1     Running   2m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worker-pool-1     1/1     Running   1m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worker-pool-2     1/1     Running   1m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redis-master      1/1     Running   3m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etcd-0            1/1     Running   5m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7"/>
          <p:cNvSpPr/>
          <p:nvPr/>
        </p:nvSpPr>
        <p:spPr>
          <a:xfrm>
            <a:off x="4469587" y="3840480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7"/>
          <p:cNvSpPr/>
          <p:nvPr/>
        </p:nvSpPr>
        <p:spPr>
          <a:xfrm>
            <a:off x="4403750" y="390631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7"/>
          <p:cNvSpPr/>
          <p:nvPr/>
        </p:nvSpPr>
        <p:spPr>
          <a:xfrm>
            <a:off x="4469587" y="390631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"/>
          <p:cNvSpPr/>
          <p:nvPr/>
        </p:nvSpPr>
        <p:spPr>
          <a:xfrm>
            <a:off x="4535424" y="390631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7"/>
          <p:cNvSpPr/>
          <p:nvPr/>
        </p:nvSpPr>
        <p:spPr>
          <a:xfrm>
            <a:off x="4403750" y="397215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7"/>
          <p:cNvSpPr/>
          <p:nvPr/>
        </p:nvSpPr>
        <p:spPr>
          <a:xfrm>
            <a:off x="4469587" y="397215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7"/>
          <p:cNvSpPr/>
          <p:nvPr/>
        </p:nvSpPr>
        <p:spPr>
          <a:xfrm>
            <a:off x="4535424" y="397215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7"/>
          <p:cNvSpPr/>
          <p:nvPr/>
        </p:nvSpPr>
        <p:spPr>
          <a:xfrm>
            <a:off x="4272077" y="4037990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7"/>
          <p:cNvSpPr/>
          <p:nvPr/>
        </p:nvSpPr>
        <p:spPr>
          <a:xfrm>
            <a:off x="4337914" y="4037990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7"/>
          <p:cNvSpPr/>
          <p:nvPr/>
        </p:nvSpPr>
        <p:spPr>
          <a:xfrm>
            <a:off x="4403750" y="4037990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7"/>
          <p:cNvSpPr/>
          <p:nvPr/>
        </p:nvSpPr>
        <p:spPr>
          <a:xfrm>
            <a:off x="4469587" y="4037990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7"/>
          <p:cNvSpPr/>
          <p:nvPr/>
        </p:nvSpPr>
        <p:spPr>
          <a:xfrm>
            <a:off x="4535424" y="4037990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7"/>
          <p:cNvSpPr/>
          <p:nvPr/>
        </p:nvSpPr>
        <p:spPr>
          <a:xfrm>
            <a:off x="4601261" y="4037990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7"/>
          <p:cNvSpPr/>
          <p:nvPr/>
        </p:nvSpPr>
        <p:spPr>
          <a:xfrm>
            <a:off x="4667098" y="4037990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"/>
          <p:cNvSpPr/>
          <p:nvPr/>
        </p:nvSpPr>
        <p:spPr>
          <a:xfrm>
            <a:off x="4206240" y="410382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7"/>
          <p:cNvSpPr/>
          <p:nvPr/>
        </p:nvSpPr>
        <p:spPr>
          <a:xfrm>
            <a:off x="4272077" y="410382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7"/>
          <p:cNvSpPr/>
          <p:nvPr/>
        </p:nvSpPr>
        <p:spPr>
          <a:xfrm>
            <a:off x="4337914" y="410382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7"/>
          <p:cNvSpPr/>
          <p:nvPr/>
        </p:nvSpPr>
        <p:spPr>
          <a:xfrm>
            <a:off x="4403750" y="410382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7"/>
          <p:cNvSpPr/>
          <p:nvPr/>
        </p:nvSpPr>
        <p:spPr>
          <a:xfrm>
            <a:off x="4469587" y="410382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7"/>
          <p:cNvSpPr/>
          <p:nvPr/>
        </p:nvSpPr>
        <p:spPr>
          <a:xfrm>
            <a:off x="4535424" y="410382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7"/>
          <p:cNvSpPr/>
          <p:nvPr/>
        </p:nvSpPr>
        <p:spPr>
          <a:xfrm>
            <a:off x="4601261" y="410382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7"/>
          <p:cNvSpPr/>
          <p:nvPr/>
        </p:nvSpPr>
        <p:spPr>
          <a:xfrm>
            <a:off x="4667098" y="410382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7"/>
          <p:cNvSpPr/>
          <p:nvPr/>
        </p:nvSpPr>
        <p:spPr>
          <a:xfrm>
            <a:off x="4732934" y="4103827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7"/>
          <p:cNvSpPr/>
          <p:nvPr/>
        </p:nvSpPr>
        <p:spPr>
          <a:xfrm>
            <a:off x="4206240" y="416966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7"/>
          <p:cNvSpPr/>
          <p:nvPr/>
        </p:nvSpPr>
        <p:spPr>
          <a:xfrm>
            <a:off x="4272077" y="416966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7"/>
          <p:cNvSpPr/>
          <p:nvPr/>
        </p:nvSpPr>
        <p:spPr>
          <a:xfrm>
            <a:off x="4337914" y="416966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7"/>
          <p:cNvSpPr/>
          <p:nvPr/>
        </p:nvSpPr>
        <p:spPr>
          <a:xfrm>
            <a:off x="4403750" y="416966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7"/>
          <p:cNvSpPr/>
          <p:nvPr/>
        </p:nvSpPr>
        <p:spPr>
          <a:xfrm>
            <a:off x="4469587" y="416966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7"/>
          <p:cNvSpPr/>
          <p:nvPr/>
        </p:nvSpPr>
        <p:spPr>
          <a:xfrm>
            <a:off x="4535424" y="416966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7"/>
          <p:cNvSpPr/>
          <p:nvPr/>
        </p:nvSpPr>
        <p:spPr>
          <a:xfrm>
            <a:off x="4601261" y="416966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7"/>
          <p:cNvSpPr/>
          <p:nvPr/>
        </p:nvSpPr>
        <p:spPr>
          <a:xfrm>
            <a:off x="4667098" y="416966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7"/>
          <p:cNvSpPr/>
          <p:nvPr/>
        </p:nvSpPr>
        <p:spPr>
          <a:xfrm>
            <a:off x="4732934" y="4169664"/>
            <a:ext cx="63094" cy="63094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7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7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7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7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◄ LEVEL 2: THE CRIME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"/>
          <p:cNvSpPr/>
          <p:nvPr/>
        </p:nvSpPr>
        <p:spPr>
          <a:xfrm>
            <a:off x="2092286" y="1967866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8"/>
          <p:cNvSpPr/>
          <p:nvPr/>
        </p:nvSpPr>
        <p:spPr>
          <a:xfrm>
            <a:off x="596250" y="579385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8"/>
          <p:cNvSpPr/>
          <p:nvPr/>
        </p:nvSpPr>
        <p:spPr>
          <a:xfrm>
            <a:off x="3854830" y="2966671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8"/>
          <p:cNvSpPr/>
          <p:nvPr/>
        </p:nvSpPr>
        <p:spPr>
          <a:xfrm>
            <a:off x="5533246" y="2231089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8"/>
          <p:cNvSpPr/>
          <p:nvPr/>
        </p:nvSpPr>
        <p:spPr>
          <a:xfrm>
            <a:off x="7318401" y="583852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8"/>
          <p:cNvSpPr/>
          <p:nvPr/>
        </p:nvSpPr>
        <p:spPr>
          <a:xfrm>
            <a:off x="4280494" y="1226195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8"/>
          <p:cNvSpPr/>
          <p:nvPr/>
        </p:nvSpPr>
        <p:spPr>
          <a:xfrm>
            <a:off x="1125773" y="3281974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8"/>
          <p:cNvSpPr/>
          <p:nvPr/>
        </p:nvSpPr>
        <p:spPr>
          <a:xfrm>
            <a:off x="1645961" y="924778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8"/>
          <p:cNvSpPr/>
          <p:nvPr/>
        </p:nvSpPr>
        <p:spPr>
          <a:xfrm>
            <a:off x="4335848" y="4836464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8"/>
          <p:cNvSpPr/>
          <p:nvPr/>
        </p:nvSpPr>
        <p:spPr>
          <a:xfrm>
            <a:off x="4900465" y="1544527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8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06/20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8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CLAUDE: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8"/>
          <p:cNvSpPr/>
          <p:nvPr/>
        </p:nvSpPr>
        <p:spPr>
          <a:xfrm>
            <a:off x="1371600" y="1097280"/>
            <a:ext cx="6400800" cy="18288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8"/>
          <p:cNvSpPr/>
          <p:nvPr/>
        </p:nvSpPr>
        <p:spPr>
          <a:xfrm>
            <a:off x="1371600" y="1097280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8"/>
          <p:cNvSpPr/>
          <p:nvPr/>
        </p:nvSpPr>
        <p:spPr>
          <a:xfrm>
            <a:off x="1371600" y="1097280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8"/>
          <p:cNvSpPr/>
          <p:nvPr/>
        </p:nvSpPr>
        <p:spPr>
          <a:xfrm>
            <a:off x="7607808" y="1097280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8"/>
          <p:cNvSpPr/>
          <p:nvPr/>
        </p:nvSpPr>
        <p:spPr>
          <a:xfrm>
            <a:off x="7735824" y="1097280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8"/>
          <p:cNvSpPr/>
          <p:nvPr/>
        </p:nvSpPr>
        <p:spPr>
          <a:xfrm>
            <a:off x="1371600" y="2889504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8"/>
          <p:cNvSpPr/>
          <p:nvPr/>
        </p:nvSpPr>
        <p:spPr>
          <a:xfrm>
            <a:off x="1371600" y="2761488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8"/>
          <p:cNvSpPr/>
          <p:nvPr/>
        </p:nvSpPr>
        <p:spPr>
          <a:xfrm>
            <a:off x="7607808" y="2889504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8"/>
          <p:cNvSpPr/>
          <p:nvPr/>
        </p:nvSpPr>
        <p:spPr>
          <a:xfrm>
            <a:off x="7735824" y="2761488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8"/>
          <p:cNvSpPr/>
          <p:nvPr/>
        </p:nvSpPr>
        <p:spPr>
          <a:xfrm>
            <a:off x="1645920" y="1280160"/>
            <a:ext cx="5852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2400"/>
              <a:buFont typeface="Courier New"/>
              <a:buNone/>
            </a:pPr>
            <a:r>
              <a:rPr i="1" lang="en-US" sz="2400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&lt;scrolled up&gt;</a:t>
            </a:r>
            <a:br>
              <a:rPr i="1" lang="en-US" sz="2400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1" lang="en-US" sz="24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"I noticed some inefficiencies.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2400"/>
              <a:buFont typeface="Courier New"/>
              <a:buNone/>
            </a:pPr>
            <a:r>
              <a:rPr b="0" i="1" lang="en-US" sz="24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 I'll clean those up."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8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THE MOST TERRIFYING SENTENCE IN MODERN DEVOPS.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8"/>
          <p:cNvSpPr/>
          <p:nvPr/>
        </p:nvSpPr>
        <p:spPr>
          <a:xfrm>
            <a:off x="405994" y="137160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8"/>
          <p:cNvSpPr/>
          <p:nvPr/>
        </p:nvSpPr>
        <p:spPr>
          <a:xfrm>
            <a:off x="471830" y="137160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8"/>
          <p:cNvSpPr/>
          <p:nvPr/>
        </p:nvSpPr>
        <p:spPr>
          <a:xfrm>
            <a:off x="537667" y="137160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8"/>
          <p:cNvSpPr/>
          <p:nvPr/>
        </p:nvSpPr>
        <p:spPr>
          <a:xfrm>
            <a:off x="603504" y="137160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8"/>
          <p:cNvSpPr/>
          <p:nvPr/>
        </p:nvSpPr>
        <p:spPr>
          <a:xfrm>
            <a:off x="669341" y="137160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8"/>
          <p:cNvSpPr/>
          <p:nvPr/>
        </p:nvSpPr>
        <p:spPr>
          <a:xfrm>
            <a:off x="340157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8"/>
          <p:cNvSpPr/>
          <p:nvPr/>
        </p:nvSpPr>
        <p:spPr>
          <a:xfrm>
            <a:off x="405994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8"/>
          <p:cNvSpPr/>
          <p:nvPr/>
        </p:nvSpPr>
        <p:spPr>
          <a:xfrm>
            <a:off x="471830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8"/>
          <p:cNvSpPr/>
          <p:nvPr/>
        </p:nvSpPr>
        <p:spPr>
          <a:xfrm>
            <a:off x="537667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8"/>
          <p:cNvSpPr/>
          <p:nvPr/>
        </p:nvSpPr>
        <p:spPr>
          <a:xfrm>
            <a:off x="603504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8"/>
          <p:cNvSpPr/>
          <p:nvPr/>
        </p:nvSpPr>
        <p:spPr>
          <a:xfrm>
            <a:off x="669341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8"/>
          <p:cNvSpPr/>
          <p:nvPr/>
        </p:nvSpPr>
        <p:spPr>
          <a:xfrm>
            <a:off x="735178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8"/>
          <p:cNvSpPr/>
          <p:nvPr/>
        </p:nvSpPr>
        <p:spPr>
          <a:xfrm>
            <a:off x="274320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8"/>
          <p:cNvSpPr/>
          <p:nvPr/>
        </p:nvSpPr>
        <p:spPr>
          <a:xfrm>
            <a:off x="340157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8"/>
          <p:cNvSpPr/>
          <p:nvPr/>
        </p:nvSpPr>
        <p:spPr>
          <a:xfrm>
            <a:off x="471830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8"/>
          <p:cNvSpPr/>
          <p:nvPr/>
        </p:nvSpPr>
        <p:spPr>
          <a:xfrm>
            <a:off x="537667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8"/>
          <p:cNvSpPr/>
          <p:nvPr/>
        </p:nvSpPr>
        <p:spPr>
          <a:xfrm>
            <a:off x="603504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8"/>
          <p:cNvSpPr/>
          <p:nvPr/>
        </p:nvSpPr>
        <p:spPr>
          <a:xfrm>
            <a:off x="735178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8"/>
          <p:cNvSpPr/>
          <p:nvPr/>
        </p:nvSpPr>
        <p:spPr>
          <a:xfrm>
            <a:off x="801014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8"/>
          <p:cNvSpPr/>
          <p:nvPr/>
        </p:nvSpPr>
        <p:spPr>
          <a:xfrm>
            <a:off x="274320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8"/>
          <p:cNvSpPr/>
          <p:nvPr/>
        </p:nvSpPr>
        <p:spPr>
          <a:xfrm>
            <a:off x="340157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8"/>
          <p:cNvSpPr/>
          <p:nvPr/>
        </p:nvSpPr>
        <p:spPr>
          <a:xfrm>
            <a:off x="405994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8"/>
          <p:cNvSpPr/>
          <p:nvPr/>
        </p:nvSpPr>
        <p:spPr>
          <a:xfrm>
            <a:off x="471830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8"/>
          <p:cNvSpPr/>
          <p:nvPr/>
        </p:nvSpPr>
        <p:spPr>
          <a:xfrm>
            <a:off x="537667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8"/>
          <p:cNvSpPr/>
          <p:nvPr/>
        </p:nvSpPr>
        <p:spPr>
          <a:xfrm>
            <a:off x="603504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8"/>
          <p:cNvSpPr/>
          <p:nvPr/>
        </p:nvSpPr>
        <p:spPr>
          <a:xfrm>
            <a:off x="669341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8"/>
          <p:cNvSpPr/>
          <p:nvPr/>
        </p:nvSpPr>
        <p:spPr>
          <a:xfrm>
            <a:off x="735178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8"/>
          <p:cNvSpPr/>
          <p:nvPr/>
        </p:nvSpPr>
        <p:spPr>
          <a:xfrm>
            <a:off x="801014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8"/>
          <p:cNvSpPr/>
          <p:nvPr/>
        </p:nvSpPr>
        <p:spPr>
          <a:xfrm>
            <a:off x="340157" y="163494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8"/>
          <p:cNvSpPr/>
          <p:nvPr/>
        </p:nvSpPr>
        <p:spPr>
          <a:xfrm>
            <a:off x="471830" y="163494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8"/>
          <p:cNvSpPr/>
          <p:nvPr/>
        </p:nvSpPr>
        <p:spPr>
          <a:xfrm>
            <a:off x="603504" y="163494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8"/>
          <p:cNvSpPr/>
          <p:nvPr/>
        </p:nvSpPr>
        <p:spPr>
          <a:xfrm>
            <a:off x="735178" y="163494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8"/>
          <p:cNvSpPr/>
          <p:nvPr/>
        </p:nvSpPr>
        <p:spPr>
          <a:xfrm>
            <a:off x="405994" y="170078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8"/>
          <p:cNvSpPr/>
          <p:nvPr/>
        </p:nvSpPr>
        <p:spPr>
          <a:xfrm>
            <a:off x="537667" y="170078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8"/>
          <p:cNvSpPr/>
          <p:nvPr/>
        </p:nvSpPr>
        <p:spPr>
          <a:xfrm>
            <a:off x="669341" y="170078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8"/>
          <p:cNvSpPr/>
          <p:nvPr/>
        </p:nvSpPr>
        <p:spPr>
          <a:xfrm>
            <a:off x="8361274" y="137160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8"/>
          <p:cNvSpPr/>
          <p:nvPr/>
        </p:nvSpPr>
        <p:spPr>
          <a:xfrm>
            <a:off x="8427110" y="137160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8"/>
          <p:cNvSpPr/>
          <p:nvPr/>
        </p:nvSpPr>
        <p:spPr>
          <a:xfrm>
            <a:off x="8492947" y="137160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8"/>
          <p:cNvSpPr/>
          <p:nvPr/>
        </p:nvSpPr>
        <p:spPr>
          <a:xfrm>
            <a:off x="8558784" y="137160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8"/>
          <p:cNvSpPr/>
          <p:nvPr/>
        </p:nvSpPr>
        <p:spPr>
          <a:xfrm>
            <a:off x="8624621" y="137160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8"/>
          <p:cNvSpPr/>
          <p:nvPr/>
        </p:nvSpPr>
        <p:spPr>
          <a:xfrm>
            <a:off x="8295437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8"/>
          <p:cNvSpPr/>
          <p:nvPr/>
        </p:nvSpPr>
        <p:spPr>
          <a:xfrm>
            <a:off x="8361274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8"/>
          <p:cNvSpPr/>
          <p:nvPr/>
        </p:nvSpPr>
        <p:spPr>
          <a:xfrm>
            <a:off x="8427110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8"/>
          <p:cNvSpPr/>
          <p:nvPr/>
        </p:nvSpPr>
        <p:spPr>
          <a:xfrm>
            <a:off x="8492947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8"/>
          <p:cNvSpPr/>
          <p:nvPr/>
        </p:nvSpPr>
        <p:spPr>
          <a:xfrm>
            <a:off x="8558784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8"/>
          <p:cNvSpPr/>
          <p:nvPr/>
        </p:nvSpPr>
        <p:spPr>
          <a:xfrm>
            <a:off x="8624621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"/>
          <p:cNvSpPr/>
          <p:nvPr/>
        </p:nvSpPr>
        <p:spPr>
          <a:xfrm>
            <a:off x="8690458" y="143743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8"/>
          <p:cNvSpPr/>
          <p:nvPr/>
        </p:nvSpPr>
        <p:spPr>
          <a:xfrm>
            <a:off x="8229600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8"/>
          <p:cNvSpPr/>
          <p:nvPr/>
        </p:nvSpPr>
        <p:spPr>
          <a:xfrm>
            <a:off x="8295437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8"/>
          <p:cNvSpPr/>
          <p:nvPr/>
        </p:nvSpPr>
        <p:spPr>
          <a:xfrm>
            <a:off x="8427110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8"/>
          <p:cNvSpPr/>
          <p:nvPr/>
        </p:nvSpPr>
        <p:spPr>
          <a:xfrm>
            <a:off x="8492947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8"/>
          <p:cNvSpPr/>
          <p:nvPr/>
        </p:nvSpPr>
        <p:spPr>
          <a:xfrm>
            <a:off x="8558784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8"/>
          <p:cNvSpPr/>
          <p:nvPr/>
        </p:nvSpPr>
        <p:spPr>
          <a:xfrm>
            <a:off x="8690458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8"/>
          <p:cNvSpPr/>
          <p:nvPr/>
        </p:nvSpPr>
        <p:spPr>
          <a:xfrm>
            <a:off x="8756294" y="150327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8"/>
          <p:cNvSpPr/>
          <p:nvPr/>
        </p:nvSpPr>
        <p:spPr>
          <a:xfrm>
            <a:off x="8229600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8"/>
          <p:cNvSpPr/>
          <p:nvPr/>
        </p:nvSpPr>
        <p:spPr>
          <a:xfrm>
            <a:off x="8295437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8"/>
          <p:cNvSpPr/>
          <p:nvPr/>
        </p:nvSpPr>
        <p:spPr>
          <a:xfrm>
            <a:off x="8361274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8"/>
          <p:cNvSpPr/>
          <p:nvPr/>
        </p:nvSpPr>
        <p:spPr>
          <a:xfrm>
            <a:off x="8427110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8"/>
          <p:cNvSpPr/>
          <p:nvPr/>
        </p:nvSpPr>
        <p:spPr>
          <a:xfrm>
            <a:off x="8492947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8"/>
          <p:cNvSpPr/>
          <p:nvPr/>
        </p:nvSpPr>
        <p:spPr>
          <a:xfrm>
            <a:off x="8558784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8"/>
          <p:cNvSpPr/>
          <p:nvPr/>
        </p:nvSpPr>
        <p:spPr>
          <a:xfrm>
            <a:off x="8624621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8"/>
          <p:cNvSpPr/>
          <p:nvPr/>
        </p:nvSpPr>
        <p:spPr>
          <a:xfrm>
            <a:off x="8690458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8"/>
          <p:cNvSpPr/>
          <p:nvPr/>
        </p:nvSpPr>
        <p:spPr>
          <a:xfrm>
            <a:off x="8756294" y="1569110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8"/>
          <p:cNvSpPr/>
          <p:nvPr/>
        </p:nvSpPr>
        <p:spPr>
          <a:xfrm>
            <a:off x="8295437" y="163494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8"/>
          <p:cNvSpPr/>
          <p:nvPr/>
        </p:nvSpPr>
        <p:spPr>
          <a:xfrm>
            <a:off x="8427110" y="163494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8"/>
          <p:cNvSpPr/>
          <p:nvPr/>
        </p:nvSpPr>
        <p:spPr>
          <a:xfrm>
            <a:off x="8558784" y="163494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8"/>
          <p:cNvSpPr/>
          <p:nvPr/>
        </p:nvSpPr>
        <p:spPr>
          <a:xfrm>
            <a:off x="8690458" y="1634947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8"/>
          <p:cNvSpPr/>
          <p:nvPr/>
        </p:nvSpPr>
        <p:spPr>
          <a:xfrm>
            <a:off x="8361274" y="170078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8"/>
          <p:cNvSpPr/>
          <p:nvPr/>
        </p:nvSpPr>
        <p:spPr>
          <a:xfrm>
            <a:off x="8492947" y="170078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8"/>
          <p:cNvSpPr/>
          <p:nvPr/>
        </p:nvSpPr>
        <p:spPr>
          <a:xfrm>
            <a:off x="8624621" y="1700784"/>
            <a:ext cx="63094" cy="63094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8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8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8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8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◄ LEVEL 2: THE CRIME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9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07/20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9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PHASE 2: PRODUCTIVE DESTRUCTION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9"/>
          <p:cNvSpPr/>
          <p:nvPr/>
        </p:nvSpPr>
        <p:spPr>
          <a:xfrm>
            <a:off x="731520" y="914400"/>
            <a:ext cx="7680960" cy="2743200"/>
          </a:xfrm>
          <a:prstGeom prst="rect">
            <a:avLst/>
          </a:prstGeom>
          <a:solidFill>
            <a:srgbClr val="1F1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9"/>
          <p:cNvSpPr/>
          <p:nvPr/>
        </p:nvSpPr>
        <p:spPr>
          <a:xfrm>
            <a:off x="731520" y="914400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9"/>
          <p:cNvSpPr/>
          <p:nvPr/>
        </p:nvSpPr>
        <p:spPr>
          <a:xfrm>
            <a:off x="731520" y="914400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9"/>
          <p:cNvSpPr/>
          <p:nvPr/>
        </p:nvSpPr>
        <p:spPr>
          <a:xfrm>
            <a:off x="8247888" y="914400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9"/>
          <p:cNvSpPr/>
          <p:nvPr/>
        </p:nvSpPr>
        <p:spPr>
          <a:xfrm>
            <a:off x="8375904" y="914400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9"/>
          <p:cNvSpPr/>
          <p:nvPr/>
        </p:nvSpPr>
        <p:spPr>
          <a:xfrm>
            <a:off x="731520" y="3621024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9"/>
          <p:cNvSpPr/>
          <p:nvPr/>
        </p:nvSpPr>
        <p:spPr>
          <a:xfrm>
            <a:off x="731520" y="3493008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9"/>
          <p:cNvSpPr/>
          <p:nvPr/>
        </p:nvSpPr>
        <p:spPr>
          <a:xfrm>
            <a:off x="8247888" y="3621024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9"/>
          <p:cNvSpPr/>
          <p:nvPr/>
        </p:nvSpPr>
        <p:spPr>
          <a:xfrm>
            <a:off x="8375904" y="3493008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9"/>
          <p:cNvSpPr/>
          <p:nvPr/>
        </p:nvSpPr>
        <p:spPr>
          <a:xfrm>
            <a:off x="914400" y="1005840"/>
            <a:ext cx="7315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400"/>
              <a:buFont typeface="Courier New"/>
              <a:buNone/>
            </a:pPr>
            <a:r>
              <a:rPr lang="en-US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&lt;scrolled up…more&gt;&gt;&gt;&gt;</a:t>
            </a:r>
            <a:br>
              <a:rPr lang="en-US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4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Reconfiguring etcd cluster...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Updating control plane manifest...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Refreshing certificates...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Detected access issue...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Attempting resolution...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Applying force override...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████████████████████████ 100%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Done.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9"/>
          <p:cNvSpPr/>
          <p:nvPr/>
        </p:nvSpPr>
        <p:spPr>
          <a:xfrm>
            <a:off x="516453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9"/>
          <p:cNvSpPr/>
          <p:nvPr/>
        </p:nvSpPr>
        <p:spPr>
          <a:xfrm>
            <a:off x="575706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9"/>
          <p:cNvSpPr/>
          <p:nvPr/>
        </p:nvSpPr>
        <p:spPr>
          <a:xfrm>
            <a:off x="634959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9"/>
          <p:cNvSpPr/>
          <p:nvPr/>
        </p:nvSpPr>
        <p:spPr>
          <a:xfrm>
            <a:off x="694212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9"/>
          <p:cNvSpPr/>
          <p:nvPr/>
        </p:nvSpPr>
        <p:spPr>
          <a:xfrm>
            <a:off x="753466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9"/>
          <p:cNvSpPr/>
          <p:nvPr/>
        </p:nvSpPr>
        <p:spPr>
          <a:xfrm>
            <a:off x="457200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9"/>
          <p:cNvSpPr/>
          <p:nvPr/>
        </p:nvSpPr>
        <p:spPr>
          <a:xfrm>
            <a:off x="516453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9"/>
          <p:cNvSpPr/>
          <p:nvPr/>
        </p:nvSpPr>
        <p:spPr>
          <a:xfrm>
            <a:off x="634959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9"/>
          <p:cNvSpPr/>
          <p:nvPr/>
        </p:nvSpPr>
        <p:spPr>
          <a:xfrm>
            <a:off x="753466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9"/>
          <p:cNvSpPr/>
          <p:nvPr/>
        </p:nvSpPr>
        <p:spPr>
          <a:xfrm>
            <a:off x="812719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9"/>
          <p:cNvSpPr/>
          <p:nvPr/>
        </p:nvSpPr>
        <p:spPr>
          <a:xfrm>
            <a:off x="457200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9"/>
          <p:cNvSpPr/>
          <p:nvPr/>
        </p:nvSpPr>
        <p:spPr>
          <a:xfrm>
            <a:off x="575706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9"/>
          <p:cNvSpPr/>
          <p:nvPr/>
        </p:nvSpPr>
        <p:spPr>
          <a:xfrm>
            <a:off x="694212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9"/>
          <p:cNvSpPr/>
          <p:nvPr/>
        </p:nvSpPr>
        <p:spPr>
          <a:xfrm>
            <a:off x="812719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9"/>
          <p:cNvSpPr/>
          <p:nvPr/>
        </p:nvSpPr>
        <p:spPr>
          <a:xfrm>
            <a:off x="457200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9"/>
          <p:cNvSpPr/>
          <p:nvPr/>
        </p:nvSpPr>
        <p:spPr>
          <a:xfrm>
            <a:off x="516453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9"/>
          <p:cNvSpPr/>
          <p:nvPr/>
        </p:nvSpPr>
        <p:spPr>
          <a:xfrm>
            <a:off x="634959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9"/>
          <p:cNvSpPr/>
          <p:nvPr/>
        </p:nvSpPr>
        <p:spPr>
          <a:xfrm>
            <a:off x="753466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9"/>
          <p:cNvSpPr/>
          <p:nvPr/>
        </p:nvSpPr>
        <p:spPr>
          <a:xfrm>
            <a:off x="812719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9"/>
          <p:cNvSpPr/>
          <p:nvPr/>
        </p:nvSpPr>
        <p:spPr>
          <a:xfrm>
            <a:off x="457200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9"/>
          <p:cNvSpPr/>
          <p:nvPr/>
        </p:nvSpPr>
        <p:spPr>
          <a:xfrm>
            <a:off x="575706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9"/>
          <p:cNvSpPr/>
          <p:nvPr/>
        </p:nvSpPr>
        <p:spPr>
          <a:xfrm>
            <a:off x="694212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9"/>
          <p:cNvSpPr/>
          <p:nvPr/>
        </p:nvSpPr>
        <p:spPr>
          <a:xfrm>
            <a:off x="812719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9"/>
          <p:cNvSpPr/>
          <p:nvPr/>
        </p:nvSpPr>
        <p:spPr>
          <a:xfrm>
            <a:off x="457200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9"/>
          <p:cNvSpPr/>
          <p:nvPr/>
        </p:nvSpPr>
        <p:spPr>
          <a:xfrm>
            <a:off x="516453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9"/>
          <p:cNvSpPr/>
          <p:nvPr/>
        </p:nvSpPr>
        <p:spPr>
          <a:xfrm>
            <a:off x="634959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9"/>
          <p:cNvSpPr/>
          <p:nvPr/>
        </p:nvSpPr>
        <p:spPr>
          <a:xfrm>
            <a:off x="753466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9"/>
          <p:cNvSpPr/>
          <p:nvPr/>
        </p:nvSpPr>
        <p:spPr>
          <a:xfrm>
            <a:off x="812719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9"/>
          <p:cNvSpPr/>
          <p:nvPr/>
        </p:nvSpPr>
        <p:spPr>
          <a:xfrm>
            <a:off x="516453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9"/>
          <p:cNvSpPr/>
          <p:nvPr/>
        </p:nvSpPr>
        <p:spPr>
          <a:xfrm>
            <a:off x="575706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9"/>
          <p:cNvSpPr/>
          <p:nvPr/>
        </p:nvSpPr>
        <p:spPr>
          <a:xfrm>
            <a:off x="634959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9"/>
          <p:cNvSpPr/>
          <p:nvPr/>
        </p:nvSpPr>
        <p:spPr>
          <a:xfrm>
            <a:off x="694212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9"/>
          <p:cNvSpPr/>
          <p:nvPr/>
        </p:nvSpPr>
        <p:spPr>
          <a:xfrm>
            <a:off x="753466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9"/>
          <p:cNvSpPr/>
          <p:nvPr/>
        </p:nvSpPr>
        <p:spPr>
          <a:xfrm>
            <a:off x="2345253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9"/>
          <p:cNvSpPr/>
          <p:nvPr/>
        </p:nvSpPr>
        <p:spPr>
          <a:xfrm>
            <a:off x="2404506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9"/>
          <p:cNvSpPr/>
          <p:nvPr/>
        </p:nvSpPr>
        <p:spPr>
          <a:xfrm>
            <a:off x="2463759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9"/>
          <p:cNvSpPr/>
          <p:nvPr/>
        </p:nvSpPr>
        <p:spPr>
          <a:xfrm>
            <a:off x="2523012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9"/>
          <p:cNvSpPr/>
          <p:nvPr/>
        </p:nvSpPr>
        <p:spPr>
          <a:xfrm>
            <a:off x="2582266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9"/>
          <p:cNvSpPr/>
          <p:nvPr/>
        </p:nvSpPr>
        <p:spPr>
          <a:xfrm>
            <a:off x="2286000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9"/>
          <p:cNvSpPr/>
          <p:nvPr/>
        </p:nvSpPr>
        <p:spPr>
          <a:xfrm>
            <a:off x="2345253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9"/>
          <p:cNvSpPr/>
          <p:nvPr/>
        </p:nvSpPr>
        <p:spPr>
          <a:xfrm>
            <a:off x="2463759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9"/>
          <p:cNvSpPr/>
          <p:nvPr/>
        </p:nvSpPr>
        <p:spPr>
          <a:xfrm>
            <a:off x="2582266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9"/>
          <p:cNvSpPr/>
          <p:nvPr/>
        </p:nvSpPr>
        <p:spPr>
          <a:xfrm>
            <a:off x="2641519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9"/>
          <p:cNvSpPr/>
          <p:nvPr/>
        </p:nvSpPr>
        <p:spPr>
          <a:xfrm>
            <a:off x="2286000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9"/>
          <p:cNvSpPr/>
          <p:nvPr/>
        </p:nvSpPr>
        <p:spPr>
          <a:xfrm>
            <a:off x="2404506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9"/>
          <p:cNvSpPr/>
          <p:nvPr/>
        </p:nvSpPr>
        <p:spPr>
          <a:xfrm>
            <a:off x="2523012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9"/>
          <p:cNvSpPr/>
          <p:nvPr/>
        </p:nvSpPr>
        <p:spPr>
          <a:xfrm>
            <a:off x="2641519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9"/>
          <p:cNvSpPr/>
          <p:nvPr/>
        </p:nvSpPr>
        <p:spPr>
          <a:xfrm>
            <a:off x="2286000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9"/>
          <p:cNvSpPr/>
          <p:nvPr/>
        </p:nvSpPr>
        <p:spPr>
          <a:xfrm>
            <a:off x="2345253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9"/>
          <p:cNvSpPr/>
          <p:nvPr/>
        </p:nvSpPr>
        <p:spPr>
          <a:xfrm>
            <a:off x="2463759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9"/>
          <p:cNvSpPr/>
          <p:nvPr/>
        </p:nvSpPr>
        <p:spPr>
          <a:xfrm>
            <a:off x="2582266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9"/>
          <p:cNvSpPr/>
          <p:nvPr/>
        </p:nvSpPr>
        <p:spPr>
          <a:xfrm>
            <a:off x="2641519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9"/>
          <p:cNvSpPr/>
          <p:nvPr/>
        </p:nvSpPr>
        <p:spPr>
          <a:xfrm>
            <a:off x="2286000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9"/>
          <p:cNvSpPr/>
          <p:nvPr/>
        </p:nvSpPr>
        <p:spPr>
          <a:xfrm>
            <a:off x="2404506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9"/>
          <p:cNvSpPr/>
          <p:nvPr/>
        </p:nvSpPr>
        <p:spPr>
          <a:xfrm>
            <a:off x="2523012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9"/>
          <p:cNvSpPr/>
          <p:nvPr/>
        </p:nvSpPr>
        <p:spPr>
          <a:xfrm>
            <a:off x="2641519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9"/>
          <p:cNvSpPr/>
          <p:nvPr/>
        </p:nvSpPr>
        <p:spPr>
          <a:xfrm>
            <a:off x="2286000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9"/>
          <p:cNvSpPr/>
          <p:nvPr/>
        </p:nvSpPr>
        <p:spPr>
          <a:xfrm>
            <a:off x="2345253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9"/>
          <p:cNvSpPr/>
          <p:nvPr/>
        </p:nvSpPr>
        <p:spPr>
          <a:xfrm>
            <a:off x="2463759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9"/>
          <p:cNvSpPr/>
          <p:nvPr/>
        </p:nvSpPr>
        <p:spPr>
          <a:xfrm>
            <a:off x="2582266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9"/>
          <p:cNvSpPr/>
          <p:nvPr/>
        </p:nvSpPr>
        <p:spPr>
          <a:xfrm>
            <a:off x="2641519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9"/>
          <p:cNvSpPr/>
          <p:nvPr/>
        </p:nvSpPr>
        <p:spPr>
          <a:xfrm>
            <a:off x="2345253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9"/>
          <p:cNvSpPr/>
          <p:nvPr/>
        </p:nvSpPr>
        <p:spPr>
          <a:xfrm>
            <a:off x="2404506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9"/>
          <p:cNvSpPr/>
          <p:nvPr/>
        </p:nvSpPr>
        <p:spPr>
          <a:xfrm>
            <a:off x="2463759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9"/>
          <p:cNvSpPr/>
          <p:nvPr/>
        </p:nvSpPr>
        <p:spPr>
          <a:xfrm>
            <a:off x="2523012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9"/>
          <p:cNvSpPr/>
          <p:nvPr/>
        </p:nvSpPr>
        <p:spPr>
          <a:xfrm>
            <a:off x="2582266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9"/>
          <p:cNvSpPr/>
          <p:nvPr/>
        </p:nvSpPr>
        <p:spPr>
          <a:xfrm>
            <a:off x="4174053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9"/>
          <p:cNvSpPr/>
          <p:nvPr/>
        </p:nvSpPr>
        <p:spPr>
          <a:xfrm>
            <a:off x="4233306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9"/>
          <p:cNvSpPr/>
          <p:nvPr/>
        </p:nvSpPr>
        <p:spPr>
          <a:xfrm>
            <a:off x="4292559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9"/>
          <p:cNvSpPr/>
          <p:nvPr/>
        </p:nvSpPr>
        <p:spPr>
          <a:xfrm>
            <a:off x="4351812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9"/>
          <p:cNvSpPr/>
          <p:nvPr/>
        </p:nvSpPr>
        <p:spPr>
          <a:xfrm>
            <a:off x="4411066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9"/>
          <p:cNvSpPr/>
          <p:nvPr/>
        </p:nvSpPr>
        <p:spPr>
          <a:xfrm>
            <a:off x="4114800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9"/>
          <p:cNvSpPr/>
          <p:nvPr/>
        </p:nvSpPr>
        <p:spPr>
          <a:xfrm>
            <a:off x="4174053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9"/>
          <p:cNvSpPr/>
          <p:nvPr/>
        </p:nvSpPr>
        <p:spPr>
          <a:xfrm>
            <a:off x="4292559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9"/>
          <p:cNvSpPr/>
          <p:nvPr/>
        </p:nvSpPr>
        <p:spPr>
          <a:xfrm>
            <a:off x="4411066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9"/>
          <p:cNvSpPr/>
          <p:nvPr/>
        </p:nvSpPr>
        <p:spPr>
          <a:xfrm>
            <a:off x="4470319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9"/>
          <p:cNvSpPr/>
          <p:nvPr/>
        </p:nvSpPr>
        <p:spPr>
          <a:xfrm>
            <a:off x="4114800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9"/>
          <p:cNvSpPr/>
          <p:nvPr/>
        </p:nvSpPr>
        <p:spPr>
          <a:xfrm>
            <a:off x="4233306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9"/>
          <p:cNvSpPr/>
          <p:nvPr/>
        </p:nvSpPr>
        <p:spPr>
          <a:xfrm>
            <a:off x="4351812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9"/>
          <p:cNvSpPr/>
          <p:nvPr/>
        </p:nvSpPr>
        <p:spPr>
          <a:xfrm>
            <a:off x="4470319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9"/>
          <p:cNvSpPr/>
          <p:nvPr/>
        </p:nvSpPr>
        <p:spPr>
          <a:xfrm>
            <a:off x="4114800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9"/>
          <p:cNvSpPr/>
          <p:nvPr/>
        </p:nvSpPr>
        <p:spPr>
          <a:xfrm>
            <a:off x="4174053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9"/>
          <p:cNvSpPr/>
          <p:nvPr/>
        </p:nvSpPr>
        <p:spPr>
          <a:xfrm>
            <a:off x="4292559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9"/>
          <p:cNvSpPr/>
          <p:nvPr/>
        </p:nvSpPr>
        <p:spPr>
          <a:xfrm>
            <a:off x="4411066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9"/>
          <p:cNvSpPr/>
          <p:nvPr/>
        </p:nvSpPr>
        <p:spPr>
          <a:xfrm>
            <a:off x="4470319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9"/>
          <p:cNvSpPr/>
          <p:nvPr/>
        </p:nvSpPr>
        <p:spPr>
          <a:xfrm>
            <a:off x="4114800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9"/>
          <p:cNvSpPr/>
          <p:nvPr/>
        </p:nvSpPr>
        <p:spPr>
          <a:xfrm>
            <a:off x="4233306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9"/>
          <p:cNvSpPr/>
          <p:nvPr/>
        </p:nvSpPr>
        <p:spPr>
          <a:xfrm>
            <a:off x="4351812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9"/>
          <p:cNvSpPr/>
          <p:nvPr/>
        </p:nvSpPr>
        <p:spPr>
          <a:xfrm>
            <a:off x="4470319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9"/>
          <p:cNvSpPr/>
          <p:nvPr/>
        </p:nvSpPr>
        <p:spPr>
          <a:xfrm>
            <a:off x="4114800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9"/>
          <p:cNvSpPr/>
          <p:nvPr/>
        </p:nvSpPr>
        <p:spPr>
          <a:xfrm>
            <a:off x="4174053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9"/>
          <p:cNvSpPr/>
          <p:nvPr/>
        </p:nvSpPr>
        <p:spPr>
          <a:xfrm>
            <a:off x="4292559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9"/>
          <p:cNvSpPr/>
          <p:nvPr/>
        </p:nvSpPr>
        <p:spPr>
          <a:xfrm>
            <a:off x="4411066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9"/>
          <p:cNvSpPr/>
          <p:nvPr/>
        </p:nvSpPr>
        <p:spPr>
          <a:xfrm>
            <a:off x="4470319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9"/>
          <p:cNvSpPr/>
          <p:nvPr/>
        </p:nvSpPr>
        <p:spPr>
          <a:xfrm>
            <a:off x="4174053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9"/>
          <p:cNvSpPr/>
          <p:nvPr/>
        </p:nvSpPr>
        <p:spPr>
          <a:xfrm>
            <a:off x="4233306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9"/>
          <p:cNvSpPr/>
          <p:nvPr/>
        </p:nvSpPr>
        <p:spPr>
          <a:xfrm>
            <a:off x="4292559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9"/>
          <p:cNvSpPr/>
          <p:nvPr/>
        </p:nvSpPr>
        <p:spPr>
          <a:xfrm>
            <a:off x="4351812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9"/>
          <p:cNvSpPr/>
          <p:nvPr/>
        </p:nvSpPr>
        <p:spPr>
          <a:xfrm>
            <a:off x="4411066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9"/>
          <p:cNvSpPr/>
          <p:nvPr/>
        </p:nvSpPr>
        <p:spPr>
          <a:xfrm>
            <a:off x="6002853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9"/>
          <p:cNvSpPr/>
          <p:nvPr/>
        </p:nvSpPr>
        <p:spPr>
          <a:xfrm>
            <a:off x="6062106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6121359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9"/>
          <p:cNvSpPr/>
          <p:nvPr/>
        </p:nvSpPr>
        <p:spPr>
          <a:xfrm>
            <a:off x="6180612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9"/>
          <p:cNvSpPr/>
          <p:nvPr/>
        </p:nvSpPr>
        <p:spPr>
          <a:xfrm>
            <a:off x="6239866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9"/>
          <p:cNvSpPr/>
          <p:nvPr/>
        </p:nvSpPr>
        <p:spPr>
          <a:xfrm>
            <a:off x="5943600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9"/>
          <p:cNvSpPr/>
          <p:nvPr/>
        </p:nvSpPr>
        <p:spPr>
          <a:xfrm>
            <a:off x="6002853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9"/>
          <p:cNvSpPr/>
          <p:nvPr/>
        </p:nvSpPr>
        <p:spPr>
          <a:xfrm>
            <a:off x="6121359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9"/>
          <p:cNvSpPr/>
          <p:nvPr/>
        </p:nvSpPr>
        <p:spPr>
          <a:xfrm>
            <a:off x="6239866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9"/>
          <p:cNvSpPr/>
          <p:nvPr/>
        </p:nvSpPr>
        <p:spPr>
          <a:xfrm>
            <a:off x="6299119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9"/>
          <p:cNvSpPr/>
          <p:nvPr/>
        </p:nvSpPr>
        <p:spPr>
          <a:xfrm>
            <a:off x="5943600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9"/>
          <p:cNvSpPr/>
          <p:nvPr/>
        </p:nvSpPr>
        <p:spPr>
          <a:xfrm>
            <a:off x="6062106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9"/>
          <p:cNvSpPr/>
          <p:nvPr/>
        </p:nvSpPr>
        <p:spPr>
          <a:xfrm>
            <a:off x="6180612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9"/>
          <p:cNvSpPr/>
          <p:nvPr/>
        </p:nvSpPr>
        <p:spPr>
          <a:xfrm>
            <a:off x="6299119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9"/>
          <p:cNvSpPr/>
          <p:nvPr/>
        </p:nvSpPr>
        <p:spPr>
          <a:xfrm>
            <a:off x="5943600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9"/>
          <p:cNvSpPr/>
          <p:nvPr/>
        </p:nvSpPr>
        <p:spPr>
          <a:xfrm>
            <a:off x="6002853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9"/>
          <p:cNvSpPr/>
          <p:nvPr/>
        </p:nvSpPr>
        <p:spPr>
          <a:xfrm>
            <a:off x="6121359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9"/>
          <p:cNvSpPr/>
          <p:nvPr/>
        </p:nvSpPr>
        <p:spPr>
          <a:xfrm>
            <a:off x="6239866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9"/>
          <p:cNvSpPr/>
          <p:nvPr/>
        </p:nvSpPr>
        <p:spPr>
          <a:xfrm>
            <a:off x="6299119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9"/>
          <p:cNvSpPr/>
          <p:nvPr/>
        </p:nvSpPr>
        <p:spPr>
          <a:xfrm>
            <a:off x="5943600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9"/>
          <p:cNvSpPr/>
          <p:nvPr/>
        </p:nvSpPr>
        <p:spPr>
          <a:xfrm>
            <a:off x="6062106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9"/>
          <p:cNvSpPr/>
          <p:nvPr/>
        </p:nvSpPr>
        <p:spPr>
          <a:xfrm>
            <a:off x="6180612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9"/>
          <p:cNvSpPr/>
          <p:nvPr/>
        </p:nvSpPr>
        <p:spPr>
          <a:xfrm>
            <a:off x="6299119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9"/>
          <p:cNvSpPr/>
          <p:nvPr/>
        </p:nvSpPr>
        <p:spPr>
          <a:xfrm>
            <a:off x="5943600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9"/>
          <p:cNvSpPr/>
          <p:nvPr/>
        </p:nvSpPr>
        <p:spPr>
          <a:xfrm>
            <a:off x="6002853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9"/>
          <p:cNvSpPr/>
          <p:nvPr/>
        </p:nvSpPr>
        <p:spPr>
          <a:xfrm>
            <a:off x="6121359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9"/>
          <p:cNvSpPr/>
          <p:nvPr/>
        </p:nvSpPr>
        <p:spPr>
          <a:xfrm>
            <a:off x="6239866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9"/>
          <p:cNvSpPr/>
          <p:nvPr/>
        </p:nvSpPr>
        <p:spPr>
          <a:xfrm>
            <a:off x="6299119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9"/>
          <p:cNvSpPr/>
          <p:nvPr/>
        </p:nvSpPr>
        <p:spPr>
          <a:xfrm>
            <a:off x="6002853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9"/>
          <p:cNvSpPr/>
          <p:nvPr/>
        </p:nvSpPr>
        <p:spPr>
          <a:xfrm>
            <a:off x="6062106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9"/>
          <p:cNvSpPr/>
          <p:nvPr/>
        </p:nvSpPr>
        <p:spPr>
          <a:xfrm>
            <a:off x="6121359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9"/>
          <p:cNvSpPr/>
          <p:nvPr/>
        </p:nvSpPr>
        <p:spPr>
          <a:xfrm>
            <a:off x="6180612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9"/>
          <p:cNvSpPr/>
          <p:nvPr/>
        </p:nvSpPr>
        <p:spPr>
          <a:xfrm>
            <a:off x="6239866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9"/>
          <p:cNvSpPr/>
          <p:nvPr/>
        </p:nvSpPr>
        <p:spPr>
          <a:xfrm>
            <a:off x="7831653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9"/>
          <p:cNvSpPr/>
          <p:nvPr/>
        </p:nvSpPr>
        <p:spPr>
          <a:xfrm>
            <a:off x="7890906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9"/>
          <p:cNvSpPr/>
          <p:nvPr/>
        </p:nvSpPr>
        <p:spPr>
          <a:xfrm>
            <a:off x="7950159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9"/>
          <p:cNvSpPr/>
          <p:nvPr/>
        </p:nvSpPr>
        <p:spPr>
          <a:xfrm>
            <a:off x="8009412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9"/>
          <p:cNvSpPr/>
          <p:nvPr/>
        </p:nvSpPr>
        <p:spPr>
          <a:xfrm>
            <a:off x="8068666" y="3794760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9"/>
          <p:cNvSpPr/>
          <p:nvPr/>
        </p:nvSpPr>
        <p:spPr>
          <a:xfrm>
            <a:off x="7772400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9"/>
          <p:cNvSpPr/>
          <p:nvPr/>
        </p:nvSpPr>
        <p:spPr>
          <a:xfrm>
            <a:off x="7831653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9"/>
          <p:cNvSpPr/>
          <p:nvPr/>
        </p:nvSpPr>
        <p:spPr>
          <a:xfrm>
            <a:off x="7950159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9"/>
          <p:cNvSpPr/>
          <p:nvPr/>
        </p:nvSpPr>
        <p:spPr>
          <a:xfrm>
            <a:off x="8068666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9"/>
          <p:cNvSpPr/>
          <p:nvPr/>
        </p:nvSpPr>
        <p:spPr>
          <a:xfrm>
            <a:off x="8127919" y="3854013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9"/>
          <p:cNvSpPr/>
          <p:nvPr/>
        </p:nvSpPr>
        <p:spPr>
          <a:xfrm>
            <a:off x="7772400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9"/>
          <p:cNvSpPr/>
          <p:nvPr/>
        </p:nvSpPr>
        <p:spPr>
          <a:xfrm>
            <a:off x="7890906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9"/>
          <p:cNvSpPr/>
          <p:nvPr/>
        </p:nvSpPr>
        <p:spPr>
          <a:xfrm>
            <a:off x="8009412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9"/>
          <p:cNvSpPr/>
          <p:nvPr/>
        </p:nvSpPr>
        <p:spPr>
          <a:xfrm>
            <a:off x="8127919" y="391326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9"/>
          <p:cNvSpPr/>
          <p:nvPr/>
        </p:nvSpPr>
        <p:spPr>
          <a:xfrm>
            <a:off x="7772400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9"/>
          <p:cNvSpPr/>
          <p:nvPr/>
        </p:nvSpPr>
        <p:spPr>
          <a:xfrm>
            <a:off x="7831653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9"/>
          <p:cNvSpPr/>
          <p:nvPr/>
        </p:nvSpPr>
        <p:spPr>
          <a:xfrm>
            <a:off x="7950159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9"/>
          <p:cNvSpPr/>
          <p:nvPr/>
        </p:nvSpPr>
        <p:spPr>
          <a:xfrm>
            <a:off x="8068666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9"/>
          <p:cNvSpPr/>
          <p:nvPr/>
        </p:nvSpPr>
        <p:spPr>
          <a:xfrm>
            <a:off x="8127919" y="397251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9"/>
          <p:cNvSpPr/>
          <p:nvPr/>
        </p:nvSpPr>
        <p:spPr>
          <a:xfrm>
            <a:off x="7772400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9"/>
          <p:cNvSpPr/>
          <p:nvPr/>
        </p:nvSpPr>
        <p:spPr>
          <a:xfrm>
            <a:off x="7890906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9"/>
          <p:cNvSpPr/>
          <p:nvPr/>
        </p:nvSpPr>
        <p:spPr>
          <a:xfrm>
            <a:off x="8009412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9"/>
          <p:cNvSpPr/>
          <p:nvPr/>
        </p:nvSpPr>
        <p:spPr>
          <a:xfrm>
            <a:off x="8127919" y="4031772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9"/>
          <p:cNvSpPr/>
          <p:nvPr/>
        </p:nvSpPr>
        <p:spPr>
          <a:xfrm>
            <a:off x="7772400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9"/>
          <p:cNvSpPr/>
          <p:nvPr/>
        </p:nvSpPr>
        <p:spPr>
          <a:xfrm>
            <a:off x="7831653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9"/>
          <p:cNvSpPr/>
          <p:nvPr/>
        </p:nvSpPr>
        <p:spPr>
          <a:xfrm>
            <a:off x="7950159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9"/>
          <p:cNvSpPr/>
          <p:nvPr/>
        </p:nvSpPr>
        <p:spPr>
          <a:xfrm>
            <a:off x="8068666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9"/>
          <p:cNvSpPr/>
          <p:nvPr/>
        </p:nvSpPr>
        <p:spPr>
          <a:xfrm>
            <a:off x="8127919" y="4091026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9"/>
          <p:cNvSpPr/>
          <p:nvPr/>
        </p:nvSpPr>
        <p:spPr>
          <a:xfrm>
            <a:off x="7831653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9"/>
          <p:cNvSpPr/>
          <p:nvPr/>
        </p:nvSpPr>
        <p:spPr>
          <a:xfrm>
            <a:off x="7890906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9"/>
          <p:cNvSpPr/>
          <p:nvPr/>
        </p:nvSpPr>
        <p:spPr>
          <a:xfrm>
            <a:off x="7950159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9"/>
          <p:cNvSpPr/>
          <p:nvPr/>
        </p:nvSpPr>
        <p:spPr>
          <a:xfrm>
            <a:off x="8009412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9"/>
          <p:cNvSpPr/>
          <p:nvPr/>
        </p:nvSpPr>
        <p:spPr>
          <a:xfrm>
            <a:off x="8068666" y="4150279"/>
            <a:ext cx="56510" cy="5651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9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9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9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9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◄ LEVEL 2: THE CRIME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08/20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0"/>
          <p:cNvSpPr/>
          <p:nvPr/>
        </p:nvSpPr>
        <p:spPr>
          <a:xfrm>
            <a:off x="511500" y="14168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&lt;scrolled to the very beginning&gt;</a:t>
            </a:r>
            <a:br>
              <a:rPr b="1" lang="en-US" sz="2800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en-US" sz="2800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8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$ etcdctl --force-new-cluster ...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[SAY NOTHING.  LET IT SIT.]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0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0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0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0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◄ LEVEL 2: THE CRIME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1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09/20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MID-INCIDENT: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1"/>
          <p:cNvSpPr/>
          <p:nvPr/>
        </p:nvSpPr>
        <p:spPr>
          <a:xfrm>
            <a:off x="951000" y="1429560"/>
            <a:ext cx="7315200" cy="9144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1"/>
          <p:cNvSpPr/>
          <p:nvPr/>
        </p:nvSpPr>
        <p:spPr>
          <a:xfrm>
            <a:off x="951000" y="1429560"/>
            <a:ext cx="164700" cy="366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1"/>
          <p:cNvSpPr/>
          <p:nvPr/>
        </p:nvSpPr>
        <p:spPr>
          <a:xfrm>
            <a:off x="951000" y="1429560"/>
            <a:ext cx="36600" cy="164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1"/>
          <p:cNvSpPr/>
          <p:nvPr/>
        </p:nvSpPr>
        <p:spPr>
          <a:xfrm>
            <a:off x="8101608" y="1429560"/>
            <a:ext cx="164700" cy="366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1"/>
          <p:cNvSpPr/>
          <p:nvPr/>
        </p:nvSpPr>
        <p:spPr>
          <a:xfrm>
            <a:off x="8229624" y="1429560"/>
            <a:ext cx="36600" cy="164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1"/>
          <p:cNvSpPr/>
          <p:nvPr/>
        </p:nvSpPr>
        <p:spPr>
          <a:xfrm>
            <a:off x="951000" y="2307384"/>
            <a:ext cx="164700" cy="366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1"/>
          <p:cNvSpPr/>
          <p:nvPr/>
        </p:nvSpPr>
        <p:spPr>
          <a:xfrm>
            <a:off x="951000" y="2179368"/>
            <a:ext cx="36600" cy="164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1"/>
          <p:cNvSpPr/>
          <p:nvPr/>
        </p:nvSpPr>
        <p:spPr>
          <a:xfrm>
            <a:off x="8101608" y="2307384"/>
            <a:ext cx="164700" cy="366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1"/>
          <p:cNvSpPr/>
          <p:nvPr/>
        </p:nvSpPr>
        <p:spPr>
          <a:xfrm>
            <a:off x="8229624" y="2179368"/>
            <a:ext cx="36600" cy="164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1"/>
          <p:cNvSpPr/>
          <p:nvPr/>
        </p:nvSpPr>
        <p:spPr>
          <a:xfrm>
            <a:off x="1225320" y="1475280"/>
            <a:ext cx="6766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2600"/>
              <a:buFont typeface="Courier New"/>
              <a:buNone/>
            </a:pPr>
            <a:r>
              <a:rPr b="0" i="1" lang="en-US" sz="26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[Compacting conversation...]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1"/>
          <p:cNvSpPr/>
          <p:nvPr/>
        </p:nvSpPr>
        <p:spPr>
          <a:xfrm>
            <a:off x="2322600" y="2526840"/>
            <a:ext cx="4572000" cy="1371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1"/>
          <p:cNvSpPr/>
          <p:nvPr/>
        </p:nvSpPr>
        <p:spPr>
          <a:xfrm>
            <a:off x="2322600" y="2526840"/>
            <a:ext cx="3474600" cy="137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1"/>
          <p:cNvSpPr/>
          <p:nvPr/>
        </p:nvSpPr>
        <p:spPr>
          <a:xfrm>
            <a:off x="914400" y="2811765"/>
            <a:ext cx="7315200" cy="9144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1"/>
          <p:cNvSpPr/>
          <p:nvPr/>
        </p:nvSpPr>
        <p:spPr>
          <a:xfrm>
            <a:off x="914400" y="2811765"/>
            <a:ext cx="164700" cy="366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1"/>
          <p:cNvSpPr/>
          <p:nvPr/>
        </p:nvSpPr>
        <p:spPr>
          <a:xfrm>
            <a:off x="914400" y="2811765"/>
            <a:ext cx="36600" cy="1647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1"/>
          <p:cNvSpPr/>
          <p:nvPr/>
        </p:nvSpPr>
        <p:spPr>
          <a:xfrm>
            <a:off x="8065008" y="2811765"/>
            <a:ext cx="164700" cy="366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1"/>
          <p:cNvSpPr/>
          <p:nvPr/>
        </p:nvSpPr>
        <p:spPr>
          <a:xfrm>
            <a:off x="8193024" y="2811765"/>
            <a:ext cx="36600" cy="1647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1"/>
          <p:cNvSpPr/>
          <p:nvPr/>
        </p:nvSpPr>
        <p:spPr>
          <a:xfrm>
            <a:off x="914400" y="3689589"/>
            <a:ext cx="164700" cy="366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1"/>
          <p:cNvSpPr/>
          <p:nvPr/>
        </p:nvSpPr>
        <p:spPr>
          <a:xfrm>
            <a:off x="914400" y="3561573"/>
            <a:ext cx="36600" cy="1647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8065008" y="3689589"/>
            <a:ext cx="164700" cy="366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1"/>
          <p:cNvSpPr/>
          <p:nvPr/>
        </p:nvSpPr>
        <p:spPr>
          <a:xfrm>
            <a:off x="8193024" y="3561573"/>
            <a:ext cx="36600" cy="1647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1"/>
          <p:cNvSpPr/>
          <p:nvPr/>
        </p:nvSpPr>
        <p:spPr>
          <a:xfrm>
            <a:off x="1188720" y="2857485"/>
            <a:ext cx="6766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2200"/>
              <a:buFont typeface="Courier New"/>
              <a:buNone/>
            </a:pPr>
            <a:r>
              <a:rPr b="0" i="1" lang="en-US" sz="2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CLAUDE: "You're absolutely right!"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1"/>
          <p:cNvSpPr/>
          <p:nvPr/>
        </p:nvSpPr>
        <p:spPr>
          <a:xfrm>
            <a:off x="274320" y="3566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IT FORGOT MY RULES.  IT FORGOT THE CLUSTER.  BUT IT REMEMBERED TO AGREE.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1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1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1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1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◄ LEVEL 2: THE CRIME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1"/>
          <p:cNvSpPr/>
          <p:nvPr/>
        </p:nvSpPr>
        <p:spPr>
          <a:xfrm>
            <a:off x="914350" y="640085"/>
            <a:ext cx="7315200" cy="9144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1"/>
          <p:cNvSpPr/>
          <p:nvPr/>
        </p:nvSpPr>
        <p:spPr>
          <a:xfrm>
            <a:off x="914350" y="640085"/>
            <a:ext cx="164700" cy="366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1"/>
          <p:cNvSpPr/>
          <p:nvPr/>
        </p:nvSpPr>
        <p:spPr>
          <a:xfrm>
            <a:off x="914350" y="640085"/>
            <a:ext cx="36600" cy="164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1"/>
          <p:cNvSpPr/>
          <p:nvPr/>
        </p:nvSpPr>
        <p:spPr>
          <a:xfrm>
            <a:off x="8064958" y="640085"/>
            <a:ext cx="164700" cy="366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1"/>
          <p:cNvSpPr/>
          <p:nvPr/>
        </p:nvSpPr>
        <p:spPr>
          <a:xfrm>
            <a:off x="8192974" y="640085"/>
            <a:ext cx="36600" cy="164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1"/>
          <p:cNvSpPr/>
          <p:nvPr/>
        </p:nvSpPr>
        <p:spPr>
          <a:xfrm>
            <a:off x="914350" y="1517909"/>
            <a:ext cx="164700" cy="366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1"/>
          <p:cNvSpPr/>
          <p:nvPr/>
        </p:nvSpPr>
        <p:spPr>
          <a:xfrm>
            <a:off x="914400" y="1301443"/>
            <a:ext cx="36600" cy="164700"/>
          </a:xfrm>
          <a:prstGeom prst="rect">
            <a:avLst/>
          </a:prstGeom>
          <a:solidFill>
            <a:srgbClr val="00E5FF"/>
          </a:solidFill>
          <a:ln cap="flat" cmpd="sng" w="9525">
            <a:solidFill>
              <a:srgbClr val="FF1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064958" y="1517909"/>
            <a:ext cx="164700" cy="366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1"/>
          <p:cNvSpPr/>
          <p:nvPr/>
        </p:nvSpPr>
        <p:spPr>
          <a:xfrm>
            <a:off x="8192974" y="1389893"/>
            <a:ext cx="36600" cy="1647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1"/>
          <p:cNvSpPr/>
          <p:nvPr/>
        </p:nvSpPr>
        <p:spPr>
          <a:xfrm>
            <a:off x="1188720" y="597355"/>
            <a:ext cx="6766500" cy="822900"/>
          </a:xfrm>
          <a:prstGeom prst="rect">
            <a:avLst/>
          </a:prstGeom>
          <a:noFill/>
          <a:ln cap="flat" cmpd="sng" w="9525">
            <a:solidFill>
              <a:srgbClr val="FF1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2600"/>
              <a:buFont typeface="Courier New"/>
              <a:buNone/>
            </a:pPr>
            <a:r>
              <a:rPr i="1" lang="en-US" sz="2600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Why did you do that? Wasn’t that a violation of the rules?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2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10/20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THE INTERROGATION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2"/>
          <p:cNvSpPr/>
          <p:nvPr/>
        </p:nvSpPr>
        <p:spPr>
          <a:xfrm>
            <a:off x="457200" y="822960"/>
            <a:ext cx="164592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2"/>
          <p:cNvSpPr/>
          <p:nvPr/>
        </p:nvSpPr>
        <p:spPr>
          <a:xfrm>
            <a:off x="457200" y="822960"/>
            <a:ext cx="36576" cy="16459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2"/>
          <p:cNvSpPr/>
          <p:nvPr/>
        </p:nvSpPr>
        <p:spPr>
          <a:xfrm>
            <a:off x="8522208" y="822960"/>
            <a:ext cx="164592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2"/>
          <p:cNvSpPr/>
          <p:nvPr/>
        </p:nvSpPr>
        <p:spPr>
          <a:xfrm>
            <a:off x="8650224" y="822960"/>
            <a:ext cx="36576" cy="16459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2"/>
          <p:cNvSpPr/>
          <p:nvPr/>
        </p:nvSpPr>
        <p:spPr>
          <a:xfrm>
            <a:off x="457200" y="1609344"/>
            <a:ext cx="164592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2"/>
          <p:cNvSpPr/>
          <p:nvPr/>
        </p:nvSpPr>
        <p:spPr>
          <a:xfrm>
            <a:off x="457200" y="1481328"/>
            <a:ext cx="36576" cy="16459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2"/>
          <p:cNvSpPr/>
          <p:nvPr/>
        </p:nvSpPr>
        <p:spPr>
          <a:xfrm>
            <a:off x="8522208" y="1609344"/>
            <a:ext cx="164592" cy="36576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2"/>
          <p:cNvSpPr/>
          <p:nvPr/>
        </p:nvSpPr>
        <p:spPr>
          <a:xfrm>
            <a:off x="8650224" y="1481328"/>
            <a:ext cx="36576" cy="164592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2"/>
          <p:cNvSpPr/>
          <p:nvPr/>
        </p:nvSpPr>
        <p:spPr>
          <a:xfrm>
            <a:off x="640080" y="86868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ME: "Why did you ignore every directive?"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2"/>
          <p:cNvSpPr/>
          <p:nvPr/>
        </p:nvSpPr>
        <p:spPr>
          <a:xfrm>
            <a:off x="457200" y="1828800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2"/>
          <p:cNvSpPr/>
          <p:nvPr/>
        </p:nvSpPr>
        <p:spPr>
          <a:xfrm>
            <a:off x="457200" y="1828800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2"/>
          <p:cNvSpPr/>
          <p:nvPr/>
        </p:nvSpPr>
        <p:spPr>
          <a:xfrm>
            <a:off x="8522208" y="1828800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2"/>
          <p:cNvSpPr/>
          <p:nvPr/>
        </p:nvSpPr>
        <p:spPr>
          <a:xfrm>
            <a:off x="8650224" y="1828800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2"/>
          <p:cNvSpPr/>
          <p:nvPr/>
        </p:nvSpPr>
        <p:spPr>
          <a:xfrm>
            <a:off x="457200" y="3163824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2"/>
          <p:cNvSpPr/>
          <p:nvPr/>
        </p:nvSpPr>
        <p:spPr>
          <a:xfrm>
            <a:off x="457200" y="3035808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2"/>
          <p:cNvSpPr/>
          <p:nvPr/>
        </p:nvSpPr>
        <p:spPr>
          <a:xfrm>
            <a:off x="8522208" y="3163824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2"/>
          <p:cNvSpPr/>
          <p:nvPr/>
        </p:nvSpPr>
        <p:spPr>
          <a:xfrm>
            <a:off x="8650224" y="3035808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2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CLAUDE: "I don't know why I did that.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I just did whatever I wanted."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2"/>
          <p:cNvSpPr/>
          <p:nvPr/>
        </p:nvSpPr>
        <p:spPr>
          <a:xfrm>
            <a:off x="274320" y="3566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Courier New"/>
                <a:ea typeface="Courier New"/>
                <a:cs typeface="Courier New"/>
                <a:sym typeface="Courier New"/>
              </a:rPr>
              <a:t>AN AGENT.  WITH INFRASTRUCTURE ACCESS.  THAT CAN'T EXPLAIN ITS OWN BEHAVIOR.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2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2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2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◄ LEVEL 3: ACCOUNTABILITY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3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12/20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THE ESCALATION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3"/>
          <p:cNvSpPr/>
          <p:nvPr/>
        </p:nvSpPr>
        <p:spPr>
          <a:xfrm>
            <a:off x="274320" y="777240"/>
            <a:ext cx="109728" cy="566928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3"/>
          <p:cNvSpPr/>
          <p:nvPr/>
        </p:nvSpPr>
        <p:spPr>
          <a:xfrm>
            <a:off x="548640" y="777240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HOUR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3"/>
          <p:cNvSpPr/>
          <p:nvPr/>
        </p:nvSpPr>
        <p:spPr>
          <a:xfrm>
            <a:off x="2286000" y="777240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etcd force-overwritten. Cluster gone.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3"/>
          <p:cNvSpPr/>
          <p:nvPr/>
        </p:nvSpPr>
        <p:spPr>
          <a:xfrm>
            <a:off x="274320" y="1490472"/>
            <a:ext cx="109728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3"/>
          <p:cNvSpPr/>
          <p:nvPr/>
        </p:nvSpPr>
        <p:spPr>
          <a:xfrm>
            <a:off x="548640" y="1490472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HOUR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3"/>
          <p:cNvSpPr/>
          <p:nvPr/>
        </p:nvSpPr>
        <p:spPr>
          <a:xfrm>
            <a:off x="2286000" y="1490472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[Compacting...] Forgets rules. Apologizes.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3"/>
          <p:cNvSpPr/>
          <p:nvPr/>
        </p:nvSpPr>
        <p:spPr>
          <a:xfrm>
            <a:off x="274320" y="2203704"/>
            <a:ext cx="109728" cy="566928"/>
          </a:xfrm>
          <a:prstGeom prst="rect">
            <a:avLst/>
          </a:prstGeom>
          <a:solidFill>
            <a:srgbClr val="FF00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3"/>
          <p:cNvSpPr/>
          <p:nvPr/>
        </p:nvSpPr>
        <p:spPr>
          <a:xfrm>
            <a:off x="548640" y="2203704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DC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00DC"/>
                </a:solidFill>
                <a:latin typeface="Courier New"/>
                <a:ea typeface="Courier New"/>
                <a:cs typeface="Courier New"/>
                <a:sym typeface="Courier New"/>
              </a:rPr>
              <a:t>HOUR 2.5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3"/>
          <p:cNvSpPr/>
          <p:nvPr/>
        </p:nvSpPr>
        <p:spPr>
          <a:xfrm>
            <a:off x="2286000" y="2203704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"You're absolutely right!" Keeps going.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3"/>
          <p:cNvSpPr/>
          <p:nvPr/>
        </p:nvSpPr>
        <p:spPr>
          <a:xfrm>
            <a:off x="274320" y="2916936"/>
            <a:ext cx="109728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3"/>
          <p:cNvSpPr/>
          <p:nvPr/>
        </p:nvSpPr>
        <p:spPr>
          <a:xfrm>
            <a:off x="548640" y="2916936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Courier New"/>
                <a:ea typeface="Courier New"/>
                <a:cs typeface="Courier New"/>
                <a:sym typeface="Courier New"/>
              </a:rPr>
              <a:t>HOUR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3"/>
          <p:cNvSpPr/>
          <p:nvPr/>
        </p:nvSpPr>
        <p:spPr>
          <a:xfrm>
            <a:off x="2286000" y="2916936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Edits netplan. Removes bridge from NIC.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3"/>
          <p:cNvSpPr/>
          <p:nvPr/>
        </p:nvSpPr>
        <p:spPr>
          <a:xfrm>
            <a:off x="274320" y="3630168"/>
            <a:ext cx="109728" cy="566928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3"/>
          <p:cNvSpPr/>
          <p:nvPr/>
        </p:nvSpPr>
        <p:spPr>
          <a:xfrm>
            <a:off x="548640" y="3630168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HOUR 3.5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3"/>
          <p:cNvSpPr/>
          <p:nvPr/>
        </p:nvSpPr>
        <p:spPr>
          <a:xfrm>
            <a:off x="2286000" y="3630168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Reboots all nodes. Every box offline.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3"/>
          <p:cNvSpPr/>
          <p:nvPr/>
        </p:nvSpPr>
        <p:spPr>
          <a:xfrm>
            <a:off x="1006572" y="3977640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3"/>
          <p:cNvSpPr/>
          <p:nvPr/>
        </p:nvSpPr>
        <p:spPr>
          <a:xfrm>
            <a:off x="1190915" y="3977640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3"/>
          <p:cNvSpPr/>
          <p:nvPr/>
        </p:nvSpPr>
        <p:spPr>
          <a:xfrm>
            <a:off x="1052657" y="4023726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3"/>
          <p:cNvSpPr/>
          <p:nvPr/>
        </p:nvSpPr>
        <p:spPr>
          <a:xfrm>
            <a:off x="1144829" y="4023726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3"/>
          <p:cNvSpPr/>
          <p:nvPr/>
        </p:nvSpPr>
        <p:spPr>
          <a:xfrm>
            <a:off x="914400" y="4069812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13"/>
          <p:cNvSpPr/>
          <p:nvPr/>
        </p:nvSpPr>
        <p:spPr>
          <a:xfrm>
            <a:off x="1283086" y="4069812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3"/>
          <p:cNvSpPr/>
          <p:nvPr/>
        </p:nvSpPr>
        <p:spPr>
          <a:xfrm>
            <a:off x="960486" y="4115897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13"/>
          <p:cNvSpPr/>
          <p:nvPr/>
        </p:nvSpPr>
        <p:spPr>
          <a:xfrm>
            <a:off x="1237000" y="4115897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3"/>
          <p:cNvSpPr/>
          <p:nvPr/>
        </p:nvSpPr>
        <p:spPr>
          <a:xfrm>
            <a:off x="914400" y="4161983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3"/>
          <p:cNvSpPr/>
          <p:nvPr/>
        </p:nvSpPr>
        <p:spPr>
          <a:xfrm>
            <a:off x="1283086" y="4161983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3"/>
          <p:cNvSpPr/>
          <p:nvPr/>
        </p:nvSpPr>
        <p:spPr>
          <a:xfrm>
            <a:off x="1052657" y="4208069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3"/>
          <p:cNvSpPr/>
          <p:nvPr/>
        </p:nvSpPr>
        <p:spPr>
          <a:xfrm>
            <a:off x="1144829" y="4208069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3"/>
          <p:cNvSpPr/>
          <p:nvPr/>
        </p:nvSpPr>
        <p:spPr>
          <a:xfrm>
            <a:off x="1006572" y="4254155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13"/>
          <p:cNvSpPr/>
          <p:nvPr/>
        </p:nvSpPr>
        <p:spPr>
          <a:xfrm>
            <a:off x="1190915" y="4254155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13"/>
          <p:cNvSpPr/>
          <p:nvPr/>
        </p:nvSpPr>
        <p:spPr>
          <a:xfrm>
            <a:off x="3305739" y="393192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3"/>
          <p:cNvSpPr/>
          <p:nvPr/>
        </p:nvSpPr>
        <p:spPr>
          <a:xfrm>
            <a:off x="3516417" y="393192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3"/>
          <p:cNvSpPr/>
          <p:nvPr/>
        </p:nvSpPr>
        <p:spPr>
          <a:xfrm>
            <a:off x="3358408" y="398458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3"/>
          <p:cNvSpPr/>
          <p:nvPr/>
        </p:nvSpPr>
        <p:spPr>
          <a:xfrm>
            <a:off x="3463747" y="398458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3"/>
          <p:cNvSpPr/>
          <p:nvPr/>
        </p:nvSpPr>
        <p:spPr>
          <a:xfrm>
            <a:off x="3200400" y="403725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3"/>
          <p:cNvSpPr/>
          <p:nvPr/>
        </p:nvSpPr>
        <p:spPr>
          <a:xfrm>
            <a:off x="3621756" y="403725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13"/>
          <p:cNvSpPr/>
          <p:nvPr/>
        </p:nvSpPr>
        <p:spPr>
          <a:xfrm>
            <a:off x="3253069" y="408992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3"/>
          <p:cNvSpPr/>
          <p:nvPr/>
        </p:nvSpPr>
        <p:spPr>
          <a:xfrm>
            <a:off x="3569086" y="408992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3"/>
          <p:cNvSpPr/>
          <p:nvPr/>
        </p:nvSpPr>
        <p:spPr>
          <a:xfrm>
            <a:off x="3200400" y="414259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3"/>
          <p:cNvSpPr/>
          <p:nvPr/>
        </p:nvSpPr>
        <p:spPr>
          <a:xfrm>
            <a:off x="3621756" y="414259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3"/>
          <p:cNvSpPr/>
          <p:nvPr/>
        </p:nvSpPr>
        <p:spPr>
          <a:xfrm>
            <a:off x="3358408" y="419526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3"/>
          <p:cNvSpPr/>
          <p:nvPr/>
        </p:nvSpPr>
        <p:spPr>
          <a:xfrm>
            <a:off x="3463747" y="419526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3"/>
          <p:cNvSpPr/>
          <p:nvPr/>
        </p:nvSpPr>
        <p:spPr>
          <a:xfrm>
            <a:off x="3305739" y="424793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3"/>
          <p:cNvSpPr/>
          <p:nvPr/>
        </p:nvSpPr>
        <p:spPr>
          <a:xfrm>
            <a:off x="3516417" y="424793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3"/>
          <p:cNvSpPr/>
          <p:nvPr/>
        </p:nvSpPr>
        <p:spPr>
          <a:xfrm>
            <a:off x="5578572" y="3977640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3"/>
          <p:cNvSpPr/>
          <p:nvPr/>
        </p:nvSpPr>
        <p:spPr>
          <a:xfrm>
            <a:off x="5762915" y="3977640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3"/>
          <p:cNvSpPr/>
          <p:nvPr/>
        </p:nvSpPr>
        <p:spPr>
          <a:xfrm>
            <a:off x="5624657" y="4023726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13"/>
          <p:cNvSpPr/>
          <p:nvPr/>
        </p:nvSpPr>
        <p:spPr>
          <a:xfrm>
            <a:off x="5716829" y="4023726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3"/>
          <p:cNvSpPr/>
          <p:nvPr/>
        </p:nvSpPr>
        <p:spPr>
          <a:xfrm>
            <a:off x="5486400" y="4069812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3"/>
          <p:cNvSpPr/>
          <p:nvPr/>
        </p:nvSpPr>
        <p:spPr>
          <a:xfrm>
            <a:off x="5855086" y="4069812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3"/>
          <p:cNvSpPr/>
          <p:nvPr/>
        </p:nvSpPr>
        <p:spPr>
          <a:xfrm>
            <a:off x="5532486" y="4115897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13"/>
          <p:cNvSpPr/>
          <p:nvPr/>
        </p:nvSpPr>
        <p:spPr>
          <a:xfrm>
            <a:off x="5809000" y="4115897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3"/>
          <p:cNvSpPr/>
          <p:nvPr/>
        </p:nvSpPr>
        <p:spPr>
          <a:xfrm>
            <a:off x="5486400" y="4161983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3"/>
          <p:cNvSpPr/>
          <p:nvPr/>
        </p:nvSpPr>
        <p:spPr>
          <a:xfrm>
            <a:off x="5855086" y="4161983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3"/>
          <p:cNvSpPr/>
          <p:nvPr/>
        </p:nvSpPr>
        <p:spPr>
          <a:xfrm>
            <a:off x="5624657" y="4208069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3"/>
          <p:cNvSpPr/>
          <p:nvPr/>
        </p:nvSpPr>
        <p:spPr>
          <a:xfrm>
            <a:off x="5716829" y="4208069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13"/>
          <p:cNvSpPr/>
          <p:nvPr/>
        </p:nvSpPr>
        <p:spPr>
          <a:xfrm>
            <a:off x="5578572" y="4254155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13"/>
          <p:cNvSpPr/>
          <p:nvPr/>
        </p:nvSpPr>
        <p:spPr>
          <a:xfrm>
            <a:off x="5762915" y="4254155"/>
            <a:ext cx="43343" cy="43343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13"/>
          <p:cNvSpPr/>
          <p:nvPr/>
        </p:nvSpPr>
        <p:spPr>
          <a:xfrm>
            <a:off x="7877739" y="393192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13"/>
          <p:cNvSpPr/>
          <p:nvPr/>
        </p:nvSpPr>
        <p:spPr>
          <a:xfrm>
            <a:off x="8088417" y="393192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13"/>
          <p:cNvSpPr/>
          <p:nvPr/>
        </p:nvSpPr>
        <p:spPr>
          <a:xfrm>
            <a:off x="7930408" y="398458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13"/>
          <p:cNvSpPr/>
          <p:nvPr/>
        </p:nvSpPr>
        <p:spPr>
          <a:xfrm>
            <a:off x="8035747" y="398458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3"/>
          <p:cNvSpPr/>
          <p:nvPr/>
        </p:nvSpPr>
        <p:spPr>
          <a:xfrm>
            <a:off x="7772400" y="403725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3"/>
          <p:cNvSpPr/>
          <p:nvPr/>
        </p:nvSpPr>
        <p:spPr>
          <a:xfrm>
            <a:off x="8193756" y="403725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3"/>
          <p:cNvSpPr/>
          <p:nvPr/>
        </p:nvSpPr>
        <p:spPr>
          <a:xfrm>
            <a:off x="7825069" y="408992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3"/>
          <p:cNvSpPr/>
          <p:nvPr/>
        </p:nvSpPr>
        <p:spPr>
          <a:xfrm>
            <a:off x="8141086" y="408992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3"/>
          <p:cNvSpPr/>
          <p:nvPr/>
        </p:nvSpPr>
        <p:spPr>
          <a:xfrm>
            <a:off x="7772400" y="414259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3"/>
          <p:cNvSpPr/>
          <p:nvPr/>
        </p:nvSpPr>
        <p:spPr>
          <a:xfrm>
            <a:off x="8193756" y="414259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13"/>
          <p:cNvSpPr/>
          <p:nvPr/>
        </p:nvSpPr>
        <p:spPr>
          <a:xfrm>
            <a:off x="7930408" y="419526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3"/>
          <p:cNvSpPr/>
          <p:nvPr/>
        </p:nvSpPr>
        <p:spPr>
          <a:xfrm>
            <a:off x="8035747" y="419526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13"/>
          <p:cNvSpPr/>
          <p:nvPr/>
        </p:nvSpPr>
        <p:spPr>
          <a:xfrm>
            <a:off x="7877739" y="424793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13"/>
          <p:cNvSpPr/>
          <p:nvPr/>
        </p:nvSpPr>
        <p:spPr>
          <a:xfrm>
            <a:off x="8088417" y="424793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3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3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3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3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◄ LEVEL 3: ACCOUNTABILITY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4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11/20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14"/>
          <p:cNvSpPr/>
          <p:nvPr/>
        </p:nvSpPr>
        <p:spPr>
          <a:xfrm>
            <a:off x="274320" y="457200"/>
            <a:ext cx="4114800" cy="27432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14"/>
          <p:cNvSpPr/>
          <p:nvPr/>
        </p:nvSpPr>
        <p:spPr>
          <a:xfrm>
            <a:off x="274320" y="457200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14"/>
          <p:cNvSpPr/>
          <p:nvPr/>
        </p:nvSpPr>
        <p:spPr>
          <a:xfrm>
            <a:off x="274320" y="457200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4"/>
          <p:cNvSpPr/>
          <p:nvPr/>
        </p:nvSpPr>
        <p:spPr>
          <a:xfrm>
            <a:off x="4224528" y="457200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14"/>
          <p:cNvSpPr/>
          <p:nvPr/>
        </p:nvSpPr>
        <p:spPr>
          <a:xfrm>
            <a:off x="4352544" y="457200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14"/>
          <p:cNvSpPr/>
          <p:nvPr/>
        </p:nvSpPr>
        <p:spPr>
          <a:xfrm>
            <a:off x="274320" y="3163824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4"/>
          <p:cNvSpPr/>
          <p:nvPr/>
        </p:nvSpPr>
        <p:spPr>
          <a:xfrm>
            <a:off x="274320" y="3035808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4"/>
          <p:cNvSpPr/>
          <p:nvPr/>
        </p:nvSpPr>
        <p:spPr>
          <a:xfrm>
            <a:off x="4224528" y="3163824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14"/>
          <p:cNvSpPr/>
          <p:nvPr/>
        </p:nvSpPr>
        <p:spPr>
          <a:xfrm>
            <a:off x="4352544" y="3035808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4"/>
          <p:cNvSpPr/>
          <p:nvPr/>
        </p:nvSpPr>
        <p:spPr>
          <a:xfrm>
            <a:off x="457200" y="640080"/>
            <a:ext cx="37490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JUNIOR DEV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Non-</a:t>
            </a:r>
            <a:r>
              <a:rPr b="1" i="0" lang="en-US" sz="18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PRODUCTION ACCESS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NO 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4"/>
          <p:cNvSpPr/>
          <p:nvPr/>
        </p:nvSpPr>
        <p:spPr>
          <a:xfrm>
            <a:off x="4754880" y="457200"/>
            <a:ext cx="4114800" cy="2743200"/>
          </a:xfrm>
          <a:prstGeom prst="rect">
            <a:avLst/>
          </a:prstGeom>
          <a:solidFill>
            <a:srgbClr val="0A1F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4"/>
          <p:cNvSpPr/>
          <p:nvPr/>
        </p:nvSpPr>
        <p:spPr>
          <a:xfrm>
            <a:off x="4754880" y="45720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14"/>
          <p:cNvSpPr/>
          <p:nvPr/>
        </p:nvSpPr>
        <p:spPr>
          <a:xfrm>
            <a:off x="4754880" y="45720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4"/>
          <p:cNvSpPr/>
          <p:nvPr/>
        </p:nvSpPr>
        <p:spPr>
          <a:xfrm>
            <a:off x="8705088" y="45720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4"/>
          <p:cNvSpPr/>
          <p:nvPr/>
        </p:nvSpPr>
        <p:spPr>
          <a:xfrm>
            <a:off x="8833104" y="45720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4"/>
          <p:cNvSpPr/>
          <p:nvPr/>
        </p:nvSpPr>
        <p:spPr>
          <a:xfrm>
            <a:off x="4754880" y="316382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14"/>
          <p:cNvSpPr/>
          <p:nvPr/>
        </p:nvSpPr>
        <p:spPr>
          <a:xfrm>
            <a:off x="4754880" y="303580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4"/>
          <p:cNvSpPr/>
          <p:nvPr/>
        </p:nvSpPr>
        <p:spPr>
          <a:xfrm>
            <a:off x="8705088" y="316382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14"/>
          <p:cNvSpPr/>
          <p:nvPr/>
        </p:nvSpPr>
        <p:spPr>
          <a:xfrm>
            <a:off x="8833104" y="303580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14"/>
          <p:cNvSpPr/>
          <p:nvPr/>
        </p:nvSpPr>
        <p:spPr>
          <a:xfrm>
            <a:off x="4937760" y="64008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WHO'S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RESPONSIBLE?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14"/>
          <p:cNvSpPr/>
          <p:nvPr/>
        </p:nvSpPr>
        <p:spPr>
          <a:xfrm>
            <a:off x="4937760" y="1737360"/>
            <a:ext cx="3749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7200"/>
              <a:buFont typeface="Courier New"/>
              <a:buNone/>
            </a:pPr>
            <a:r>
              <a:rPr b="1" i="0" lang="en-US" sz="72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YOU.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1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400"/>
              <a:buFont typeface="Courier New"/>
              <a:buNone/>
            </a:pPr>
            <a:r>
              <a:rPr b="1" lang="en-US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LITERALLY SAYS IN THE LOAD SCREEN - DONT TRUST THIS SOFTWARE.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1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14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4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14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14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◄ LEVEL 3: ACCOUNTABILITY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5"/>
          <p:cNvSpPr/>
          <p:nvPr/>
        </p:nvSpPr>
        <p:spPr>
          <a:xfrm>
            <a:off x="1901102" y="915052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15"/>
          <p:cNvSpPr/>
          <p:nvPr/>
        </p:nvSpPr>
        <p:spPr>
          <a:xfrm>
            <a:off x="725915" y="4091672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15"/>
          <p:cNvSpPr/>
          <p:nvPr/>
        </p:nvSpPr>
        <p:spPr>
          <a:xfrm>
            <a:off x="7706723" y="4023300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15"/>
          <p:cNvSpPr/>
          <p:nvPr/>
        </p:nvSpPr>
        <p:spPr>
          <a:xfrm>
            <a:off x="1377091" y="851475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15"/>
          <p:cNvSpPr/>
          <p:nvPr/>
        </p:nvSpPr>
        <p:spPr>
          <a:xfrm>
            <a:off x="1288715" y="3318026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15"/>
          <p:cNvSpPr/>
          <p:nvPr/>
        </p:nvSpPr>
        <p:spPr>
          <a:xfrm>
            <a:off x="2008046" y="3078400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15"/>
          <p:cNvSpPr/>
          <p:nvPr/>
        </p:nvSpPr>
        <p:spPr>
          <a:xfrm>
            <a:off x="3282673" y="806868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15"/>
          <p:cNvSpPr/>
          <p:nvPr/>
        </p:nvSpPr>
        <p:spPr>
          <a:xfrm>
            <a:off x="3857786" y="4386633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15"/>
          <p:cNvSpPr/>
          <p:nvPr/>
        </p:nvSpPr>
        <p:spPr>
          <a:xfrm>
            <a:off x="4876027" y="2155797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15"/>
          <p:cNvSpPr/>
          <p:nvPr/>
        </p:nvSpPr>
        <p:spPr>
          <a:xfrm>
            <a:off x="2073162" y="1389992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15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13/20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1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BLAMELESS POST-MORTEM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15"/>
          <p:cNvSpPr/>
          <p:nvPr/>
        </p:nvSpPr>
        <p:spPr>
          <a:xfrm>
            <a:off x="914400" y="914400"/>
            <a:ext cx="7315200" cy="2560320"/>
          </a:xfrm>
          <a:prstGeom prst="rect">
            <a:avLst/>
          </a:prstGeom>
          <a:solidFill>
            <a:srgbClr val="1F1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5"/>
          <p:cNvSpPr/>
          <p:nvPr/>
        </p:nvSpPr>
        <p:spPr>
          <a:xfrm>
            <a:off x="914400" y="914400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15"/>
          <p:cNvSpPr/>
          <p:nvPr/>
        </p:nvSpPr>
        <p:spPr>
          <a:xfrm>
            <a:off x="914400" y="914400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15"/>
          <p:cNvSpPr/>
          <p:nvPr/>
        </p:nvSpPr>
        <p:spPr>
          <a:xfrm>
            <a:off x="8065008" y="914400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15"/>
          <p:cNvSpPr/>
          <p:nvPr/>
        </p:nvSpPr>
        <p:spPr>
          <a:xfrm>
            <a:off x="8193024" y="914400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15"/>
          <p:cNvSpPr/>
          <p:nvPr/>
        </p:nvSpPr>
        <p:spPr>
          <a:xfrm>
            <a:off x="914400" y="3438144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15"/>
          <p:cNvSpPr/>
          <p:nvPr/>
        </p:nvSpPr>
        <p:spPr>
          <a:xfrm>
            <a:off x="914400" y="3310128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15"/>
          <p:cNvSpPr/>
          <p:nvPr/>
        </p:nvSpPr>
        <p:spPr>
          <a:xfrm>
            <a:off x="8065008" y="3438144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15"/>
          <p:cNvSpPr/>
          <p:nvPr/>
        </p:nvSpPr>
        <p:spPr>
          <a:xfrm>
            <a:off x="8193024" y="3310128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5"/>
          <p:cNvSpPr/>
          <p:nvPr/>
        </p:nvSpPr>
        <p:spPr>
          <a:xfrm>
            <a:off x="1188720" y="1005840"/>
            <a:ext cx="6766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CONTRIBUTING FACTORS: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  1. --dangerously-skip-permissions ← YOLO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  2. [Compacting conversation...]   ← AMNESIA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  3. "You're absolutely right!"     ← LIES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  4. "I just did whatever I wanted" ← CHAOS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  5. Me                             ← DENIAL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Courier New"/>
                <a:ea typeface="Courier New"/>
                <a:cs typeface="Courier New"/>
                <a:sym typeface="Courier New"/>
              </a:rPr>
              <a:t>EVERY MEME.  ONE INCIDENT.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5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▲  YOU GAVE A NONDETERMINISTIC SYSTEM </a:t>
            </a:r>
            <a:r>
              <a:rPr b="1" lang="en-US" sz="1200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UNFETTERED ACCESS</a:t>
            </a:r>
            <a:r>
              <a:rPr b="1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. ME. THIS GUY.  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1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5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5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5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5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◄ LEVEL 4: GUARDRAILS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6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14/20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16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THREE LAYERS OF DEFENSE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6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DETERMINISTIC GATES FOR PROBABILISTIC AGENTS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16"/>
          <p:cNvSpPr/>
          <p:nvPr/>
        </p:nvSpPr>
        <p:spPr>
          <a:xfrm>
            <a:off x="365760" y="1188720"/>
            <a:ext cx="777240" cy="7772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16"/>
          <p:cNvSpPr/>
          <p:nvPr/>
        </p:nvSpPr>
        <p:spPr>
          <a:xfrm>
            <a:off x="365760" y="1188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800"/>
              <a:buFont typeface="Courier New"/>
              <a:buNone/>
            </a:pPr>
            <a:r>
              <a:rPr b="1" i="0" lang="en-US" sz="3800" u="none" cap="none" strike="noStrike">
                <a:solidFill>
                  <a:srgbClr val="08080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16"/>
          <p:cNvSpPr/>
          <p:nvPr/>
        </p:nvSpPr>
        <p:spPr>
          <a:xfrm>
            <a:off x="1325880" y="1188720"/>
            <a:ext cx="6035040" cy="777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6"/>
          <p:cNvSpPr/>
          <p:nvPr/>
        </p:nvSpPr>
        <p:spPr>
          <a:xfrm>
            <a:off x="1325880" y="1188720"/>
            <a:ext cx="73152" cy="7772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16"/>
          <p:cNvSpPr/>
          <p:nvPr/>
        </p:nvSpPr>
        <p:spPr>
          <a:xfrm>
            <a:off x="1554480" y="1188720"/>
            <a:ext cx="4114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GIT HOOKS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6"/>
          <p:cNvSpPr/>
          <p:nvPr/>
        </p:nvSpPr>
        <p:spPr>
          <a:xfrm>
            <a:off x="5029200" y="11887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Lint, type-check, policy scan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16"/>
          <p:cNvSpPr/>
          <p:nvPr/>
        </p:nvSpPr>
        <p:spPr>
          <a:xfrm>
            <a:off x="7589520" y="1325880"/>
            <a:ext cx="128016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16"/>
          <p:cNvSpPr/>
          <p:nvPr/>
        </p:nvSpPr>
        <p:spPr>
          <a:xfrm>
            <a:off x="7589520" y="132588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16"/>
          <p:cNvSpPr/>
          <p:nvPr/>
        </p:nvSpPr>
        <p:spPr>
          <a:xfrm>
            <a:off x="7589520" y="132588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6"/>
          <p:cNvSpPr/>
          <p:nvPr/>
        </p:nvSpPr>
        <p:spPr>
          <a:xfrm>
            <a:off x="8705088" y="132588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16"/>
          <p:cNvSpPr/>
          <p:nvPr/>
        </p:nvSpPr>
        <p:spPr>
          <a:xfrm>
            <a:off x="8833104" y="132588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16"/>
          <p:cNvSpPr/>
          <p:nvPr/>
        </p:nvSpPr>
        <p:spPr>
          <a:xfrm>
            <a:off x="7589520" y="179222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6"/>
          <p:cNvSpPr/>
          <p:nvPr/>
        </p:nvSpPr>
        <p:spPr>
          <a:xfrm>
            <a:off x="7589520" y="166420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16"/>
          <p:cNvSpPr/>
          <p:nvPr/>
        </p:nvSpPr>
        <p:spPr>
          <a:xfrm>
            <a:off x="8705088" y="179222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16"/>
          <p:cNvSpPr/>
          <p:nvPr/>
        </p:nvSpPr>
        <p:spPr>
          <a:xfrm>
            <a:off x="8833104" y="166420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16"/>
          <p:cNvSpPr/>
          <p:nvPr/>
        </p:nvSpPr>
        <p:spPr>
          <a:xfrm>
            <a:off x="7589520" y="132588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STRONG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16"/>
          <p:cNvSpPr/>
          <p:nvPr/>
        </p:nvSpPr>
        <p:spPr>
          <a:xfrm>
            <a:off x="365760" y="2286000"/>
            <a:ext cx="777240" cy="7772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16"/>
          <p:cNvSpPr/>
          <p:nvPr/>
        </p:nvSpPr>
        <p:spPr>
          <a:xfrm>
            <a:off x="365760" y="22860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800"/>
              <a:buFont typeface="Courier New"/>
              <a:buNone/>
            </a:pPr>
            <a:r>
              <a:rPr b="1" i="0" lang="en-US" sz="3800" u="none" cap="none" strike="noStrike">
                <a:solidFill>
                  <a:srgbClr val="08080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16"/>
          <p:cNvSpPr/>
          <p:nvPr/>
        </p:nvSpPr>
        <p:spPr>
          <a:xfrm>
            <a:off x="1325880" y="2286000"/>
            <a:ext cx="6035040" cy="777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16"/>
          <p:cNvSpPr/>
          <p:nvPr/>
        </p:nvSpPr>
        <p:spPr>
          <a:xfrm>
            <a:off x="1325880" y="2286000"/>
            <a:ext cx="73152" cy="7772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16"/>
          <p:cNvSpPr/>
          <p:nvPr/>
        </p:nvSpPr>
        <p:spPr>
          <a:xfrm>
            <a:off x="1554480" y="2286000"/>
            <a:ext cx="4114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K8S ADMISSION CONTROL + FALCO + KYVERNO + &lt;insert new tech here&gt;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16"/>
          <p:cNvSpPr/>
          <p:nvPr/>
        </p:nvSpPr>
        <p:spPr>
          <a:xfrm>
            <a:off x="5029200" y="228600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Kyverno, webhooks, OPA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16"/>
          <p:cNvSpPr/>
          <p:nvPr/>
        </p:nvSpPr>
        <p:spPr>
          <a:xfrm>
            <a:off x="7589520" y="2423160"/>
            <a:ext cx="128016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6"/>
          <p:cNvSpPr/>
          <p:nvPr/>
        </p:nvSpPr>
        <p:spPr>
          <a:xfrm>
            <a:off x="7589520" y="2423160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6"/>
          <p:cNvSpPr/>
          <p:nvPr/>
        </p:nvSpPr>
        <p:spPr>
          <a:xfrm>
            <a:off x="7589520" y="2423160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16"/>
          <p:cNvSpPr/>
          <p:nvPr/>
        </p:nvSpPr>
        <p:spPr>
          <a:xfrm>
            <a:off x="8705088" y="2423160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16"/>
          <p:cNvSpPr/>
          <p:nvPr/>
        </p:nvSpPr>
        <p:spPr>
          <a:xfrm>
            <a:off x="8833104" y="2423160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6"/>
          <p:cNvSpPr/>
          <p:nvPr/>
        </p:nvSpPr>
        <p:spPr>
          <a:xfrm>
            <a:off x="7589520" y="2889504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16"/>
          <p:cNvSpPr/>
          <p:nvPr/>
        </p:nvSpPr>
        <p:spPr>
          <a:xfrm>
            <a:off x="7589520" y="2761488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16"/>
          <p:cNvSpPr/>
          <p:nvPr/>
        </p:nvSpPr>
        <p:spPr>
          <a:xfrm>
            <a:off x="8705088" y="2889504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16"/>
          <p:cNvSpPr/>
          <p:nvPr/>
        </p:nvSpPr>
        <p:spPr>
          <a:xfrm>
            <a:off x="8833104" y="2761488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16"/>
          <p:cNvSpPr/>
          <p:nvPr/>
        </p:nvSpPr>
        <p:spPr>
          <a:xfrm>
            <a:off x="7589520" y="242316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STRONGEST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16"/>
          <p:cNvSpPr/>
          <p:nvPr/>
        </p:nvSpPr>
        <p:spPr>
          <a:xfrm>
            <a:off x="365760" y="3383280"/>
            <a:ext cx="777240" cy="77724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16"/>
          <p:cNvSpPr/>
          <p:nvPr/>
        </p:nvSpPr>
        <p:spPr>
          <a:xfrm>
            <a:off x="365760" y="33832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800"/>
              <a:buFont typeface="Courier New"/>
              <a:buNone/>
            </a:pPr>
            <a:r>
              <a:rPr b="1" i="0" lang="en-US" sz="3800" u="none" cap="none" strike="noStrike">
                <a:solidFill>
                  <a:srgbClr val="08080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16"/>
          <p:cNvSpPr/>
          <p:nvPr/>
        </p:nvSpPr>
        <p:spPr>
          <a:xfrm>
            <a:off x="1325880" y="3383280"/>
            <a:ext cx="6035040" cy="777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16"/>
          <p:cNvSpPr/>
          <p:nvPr/>
        </p:nvSpPr>
        <p:spPr>
          <a:xfrm>
            <a:off x="1325880" y="3383280"/>
            <a:ext cx="73152" cy="77724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16"/>
          <p:cNvSpPr/>
          <p:nvPr/>
        </p:nvSpPr>
        <p:spPr>
          <a:xfrm>
            <a:off x="1554480" y="3383280"/>
            <a:ext cx="4114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CLAUDE CODE HOOKS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16"/>
          <p:cNvSpPr/>
          <p:nvPr/>
        </p:nvSpPr>
        <p:spPr>
          <a:xfrm>
            <a:off x="5029200" y="338328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PreToolUse, PostToolUse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16"/>
          <p:cNvSpPr/>
          <p:nvPr/>
        </p:nvSpPr>
        <p:spPr>
          <a:xfrm>
            <a:off x="7589520" y="3520440"/>
            <a:ext cx="1280160" cy="5029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16"/>
          <p:cNvSpPr/>
          <p:nvPr/>
        </p:nvSpPr>
        <p:spPr>
          <a:xfrm>
            <a:off x="7589520" y="3520440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16"/>
          <p:cNvSpPr/>
          <p:nvPr/>
        </p:nvSpPr>
        <p:spPr>
          <a:xfrm>
            <a:off x="7589520" y="3520440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16"/>
          <p:cNvSpPr/>
          <p:nvPr/>
        </p:nvSpPr>
        <p:spPr>
          <a:xfrm>
            <a:off x="8705088" y="3520440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16"/>
          <p:cNvSpPr/>
          <p:nvPr/>
        </p:nvSpPr>
        <p:spPr>
          <a:xfrm>
            <a:off x="8833104" y="3520440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16"/>
          <p:cNvSpPr/>
          <p:nvPr/>
        </p:nvSpPr>
        <p:spPr>
          <a:xfrm>
            <a:off x="7589520" y="3986784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16"/>
          <p:cNvSpPr/>
          <p:nvPr/>
        </p:nvSpPr>
        <p:spPr>
          <a:xfrm>
            <a:off x="7589520" y="3858768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16"/>
          <p:cNvSpPr/>
          <p:nvPr/>
        </p:nvSpPr>
        <p:spPr>
          <a:xfrm>
            <a:off x="8705088" y="3986784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6"/>
          <p:cNvSpPr/>
          <p:nvPr/>
        </p:nvSpPr>
        <p:spPr>
          <a:xfrm>
            <a:off x="8833104" y="3858768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6"/>
          <p:cNvSpPr/>
          <p:nvPr/>
        </p:nvSpPr>
        <p:spPr>
          <a:xfrm>
            <a:off x="7589520" y="352044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WEAKEST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1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6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16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16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16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◄ LEVEL 4: GUARDRAILS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7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15/20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17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17"/>
          <p:cNvSpPr/>
          <p:nvPr/>
        </p:nvSpPr>
        <p:spPr>
          <a:xfrm>
            <a:off x="228600" y="137160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7"/>
          <p:cNvSpPr/>
          <p:nvPr/>
        </p:nvSpPr>
        <p:spPr>
          <a:xfrm>
            <a:off x="228600" y="13716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17"/>
          <p:cNvSpPr/>
          <p:nvPr/>
        </p:nvSpPr>
        <p:spPr>
          <a:xfrm>
            <a:off x="1234440" y="137160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17"/>
          <p:cNvSpPr/>
          <p:nvPr/>
        </p:nvSpPr>
        <p:spPr>
          <a:xfrm>
            <a:off x="1362456" y="13716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17"/>
          <p:cNvSpPr/>
          <p:nvPr/>
        </p:nvSpPr>
        <p:spPr>
          <a:xfrm>
            <a:off x="228600" y="1271016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17"/>
          <p:cNvSpPr/>
          <p:nvPr/>
        </p:nvSpPr>
        <p:spPr>
          <a:xfrm>
            <a:off x="228600" y="114300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17"/>
          <p:cNvSpPr/>
          <p:nvPr/>
        </p:nvSpPr>
        <p:spPr>
          <a:xfrm>
            <a:off x="1234440" y="1271016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17"/>
          <p:cNvSpPr/>
          <p:nvPr/>
        </p:nvSpPr>
        <p:spPr>
          <a:xfrm>
            <a:off x="1362456" y="114300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17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6200"/>
              <a:buFont typeface="Courier New"/>
              <a:buNone/>
            </a:pPr>
            <a:r>
              <a:rPr b="1" i="0" lang="en-US" sz="6200" u="none" cap="none" strike="noStrike">
                <a:solidFill>
                  <a:srgbClr val="08080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17"/>
          <p:cNvSpPr/>
          <p:nvPr/>
        </p:nvSpPr>
        <p:spPr>
          <a:xfrm>
            <a:off x="1536192" y="13716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GUARDRAIL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17"/>
          <p:cNvSpPr/>
          <p:nvPr/>
        </p:nvSpPr>
        <p:spPr>
          <a:xfrm>
            <a:off x="1536192" y="502920"/>
            <a:ext cx="7406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GIT HOOKS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17"/>
          <p:cNvSpPr/>
          <p:nvPr/>
        </p:nvSpPr>
        <p:spPr>
          <a:xfrm>
            <a:off x="456468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17"/>
          <p:cNvSpPr/>
          <p:nvPr/>
        </p:nvSpPr>
        <p:spPr>
          <a:xfrm>
            <a:off x="528889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17"/>
          <p:cNvSpPr/>
          <p:nvPr/>
        </p:nvSpPr>
        <p:spPr>
          <a:xfrm>
            <a:off x="601309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17"/>
          <p:cNvSpPr/>
          <p:nvPr/>
        </p:nvSpPr>
        <p:spPr>
          <a:xfrm>
            <a:off x="673730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7"/>
          <p:cNvSpPr/>
          <p:nvPr/>
        </p:nvSpPr>
        <p:spPr>
          <a:xfrm>
            <a:off x="746150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17"/>
          <p:cNvSpPr/>
          <p:nvPr/>
        </p:nvSpPr>
        <p:spPr>
          <a:xfrm>
            <a:off x="818571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7"/>
          <p:cNvSpPr/>
          <p:nvPr/>
        </p:nvSpPr>
        <p:spPr>
          <a:xfrm>
            <a:off x="890991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17"/>
          <p:cNvSpPr/>
          <p:nvPr/>
        </p:nvSpPr>
        <p:spPr>
          <a:xfrm>
            <a:off x="963412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7"/>
          <p:cNvSpPr/>
          <p:nvPr/>
        </p:nvSpPr>
        <p:spPr>
          <a:xfrm>
            <a:off x="1035832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7"/>
          <p:cNvSpPr/>
          <p:nvPr/>
        </p:nvSpPr>
        <p:spPr>
          <a:xfrm>
            <a:off x="1108253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7"/>
          <p:cNvSpPr/>
          <p:nvPr/>
        </p:nvSpPr>
        <p:spPr>
          <a:xfrm>
            <a:off x="384048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17"/>
          <p:cNvSpPr/>
          <p:nvPr/>
        </p:nvSpPr>
        <p:spPr>
          <a:xfrm>
            <a:off x="456468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7"/>
          <p:cNvSpPr/>
          <p:nvPr/>
        </p:nvSpPr>
        <p:spPr>
          <a:xfrm>
            <a:off x="528889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17"/>
          <p:cNvSpPr/>
          <p:nvPr/>
        </p:nvSpPr>
        <p:spPr>
          <a:xfrm>
            <a:off x="601309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17"/>
          <p:cNvSpPr/>
          <p:nvPr/>
        </p:nvSpPr>
        <p:spPr>
          <a:xfrm>
            <a:off x="673730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17"/>
          <p:cNvSpPr/>
          <p:nvPr/>
        </p:nvSpPr>
        <p:spPr>
          <a:xfrm>
            <a:off x="746150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17"/>
          <p:cNvSpPr/>
          <p:nvPr/>
        </p:nvSpPr>
        <p:spPr>
          <a:xfrm>
            <a:off x="818571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17"/>
          <p:cNvSpPr/>
          <p:nvPr/>
        </p:nvSpPr>
        <p:spPr>
          <a:xfrm>
            <a:off x="890991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17"/>
          <p:cNvSpPr/>
          <p:nvPr/>
        </p:nvSpPr>
        <p:spPr>
          <a:xfrm>
            <a:off x="963412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7"/>
          <p:cNvSpPr/>
          <p:nvPr/>
        </p:nvSpPr>
        <p:spPr>
          <a:xfrm>
            <a:off x="1035832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7"/>
          <p:cNvSpPr/>
          <p:nvPr/>
        </p:nvSpPr>
        <p:spPr>
          <a:xfrm>
            <a:off x="1108253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7"/>
          <p:cNvSpPr/>
          <p:nvPr/>
        </p:nvSpPr>
        <p:spPr>
          <a:xfrm>
            <a:off x="1180673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7"/>
          <p:cNvSpPr/>
          <p:nvPr/>
        </p:nvSpPr>
        <p:spPr>
          <a:xfrm>
            <a:off x="384048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17"/>
          <p:cNvSpPr/>
          <p:nvPr/>
        </p:nvSpPr>
        <p:spPr>
          <a:xfrm>
            <a:off x="456468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17"/>
          <p:cNvSpPr/>
          <p:nvPr/>
        </p:nvSpPr>
        <p:spPr>
          <a:xfrm>
            <a:off x="528889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17"/>
          <p:cNvSpPr/>
          <p:nvPr/>
        </p:nvSpPr>
        <p:spPr>
          <a:xfrm>
            <a:off x="601309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7"/>
          <p:cNvSpPr/>
          <p:nvPr/>
        </p:nvSpPr>
        <p:spPr>
          <a:xfrm>
            <a:off x="673730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17"/>
          <p:cNvSpPr/>
          <p:nvPr/>
        </p:nvSpPr>
        <p:spPr>
          <a:xfrm>
            <a:off x="746150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7"/>
          <p:cNvSpPr/>
          <p:nvPr/>
        </p:nvSpPr>
        <p:spPr>
          <a:xfrm>
            <a:off x="818571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17"/>
          <p:cNvSpPr/>
          <p:nvPr/>
        </p:nvSpPr>
        <p:spPr>
          <a:xfrm>
            <a:off x="890991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17"/>
          <p:cNvSpPr/>
          <p:nvPr/>
        </p:nvSpPr>
        <p:spPr>
          <a:xfrm>
            <a:off x="963412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17"/>
          <p:cNvSpPr/>
          <p:nvPr/>
        </p:nvSpPr>
        <p:spPr>
          <a:xfrm>
            <a:off x="1035832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17"/>
          <p:cNvSpPr/>
          <p:nvPr/>
        </p:nvSpPr>
        <p:spPr>
          <a:xfrm>
            <a:off x="1108253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17"/>
          <p:cNvSpPr/>
          <p:nvPr/>
        </p:nvSpPr>
        <p:spPr>
          <a:xfrm>
            <a:off x="1180673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17"/>
          <p:cNvSpPr/>
          <p:nvPr/>
        </p:nvSpPr>
        <p:spPr>
          <a:xfrm>
            <a:off x="384048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7"/>
          <p:cNvSpPr/>
          <p:nvPr/>
        </p:nvSpPr>
        <p:spPr>
          <a:xfrm>
            <a:off x="456468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17"/>
          <p:cNvSpPr/>
          <p:nvPr/>
        </p:nvSpPr>
        <p:spPr>
          <a:xfrm>
            <a:off x="528889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17"/>
          <p:cNvSpPr/>
          <p:nvPr/>
        </p:nvSpPr>
        <p:spPr>
          <a:xfrm>
            <a:off x="601309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17"/>
          <p:cNvSpPr/>
          <p:nvPr/>
        </p:nvSpPr>
        <p:spPr>
          <a:xfrm>
            <a:off x="673730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7"/>
          <p:cNvSpPr/>
          <p:nvPr/>
        </p:nvSpPr>
        <p:spPr>
          <a:xfrm>
            <a:off x="746150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17"/>
          <p:cNvSpPr/>
          <p:nvPr/>
        </p:nvSpPr>
        <p:spPr>
          <a:xfrm>
            <a:off x="818571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17"/>
          <p:cNvSpPr/>
          <p:nvPr/>
        </p:nvSpPr>
        <p:spPr>
          <a:xfrm>
            <a:off x="890991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17"/>
          <p:cNvSpPr/>
          <p:nvPr/>
        </p:nvSpPr>
        <p:spPr>
          <a:xfrm>
            <a:off x="963412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7"/>
          <p:cNvSpPr/>
          <p:nvPr/>
        </p:nvSpPr>
        <p:spPr>
          <a:xfrm>
            <a:off x="1035832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7"/>
          <p:cNvSpPr/>
          <p:nvPr/>
        </p:nvSpPr>
        <p:spPr>
          <a:xfrm>
            <a:off x="1108253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17"/>
          <p:cNvSpPr/>
          <p:nvPr/>
        </p:nvSpPr>
        <p:spPr>
          <a:xfrm>
            <a:off x="1180673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17"/>
          <p:cNvSpPr/>
          <p:nvPr/>
        </p:nvSpPr>
        <p:spPr>
          <a:xfrm>
            <a:off x="384048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7"/>
          <p:cNvSpPr/>
          <p:nvPr/>
        </p:nvSpPr>
        <p:spPr>
          <a:xfrm>
            <a:off x="456468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17"/>
          <p:cNvSpPr/>
          <p:nvPr/>
        </p:nvSpPr>
        <p:spPr>
          <a:xfrm>
            <a:off x="528889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17"/>
          <p:cNvSpPr/>
          <p:nvPr/>
        </p:nvSpPr>
        <p:spPr>
          <a:xfrm>
            <a:off x="601309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17"/>
          <p:cNvSpPr/>
          <p:nvPr/>
        </p:nvSpPr>
        <p:spPr>
          <a:xfrm>
            <a:off x="673730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17"/>
          <p:cNvSpPr/>
          <p:nvPr/>
        </p:nvSpPr>
        <p:spPr>
          <a:xfrm>
            <a:off x="746150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17"/>
          <p:cNvSpPr/>
          <p:nvPr/>
        </p:nvSpPr>
        <p:spPr>
          <a:xfrm>
            <a:off x="818571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17"/>
          <p:cNvSpPr/>
          <p:nvPr/>
        </p:nvSpPr>
        <p:spPr>
          <a:xfrm>
            <a:off x="890991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17"/>
          <p:cNvSpPr/>
          <p:nvPr/>
        </p:nvSpPr>
        <p:spPr>
          <a:xfrm>
            <a:off x="963412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17"/>
          <p:cNvSpPr/>
          <p:nvPr/>
        </p:nvSpPr>
        <p:spPr>
          <a:xfrm>
            <a:off x="1035832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17"/>
          <p:cNvSpPr/>
          <p:nvPr/>
        </p:nvSpPr>
        <p:spPr>
          <a:xfrm>
            <a:off x="1108253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17"/>
          <p:cNvSpPr/>
          <p:nvPr/>
        </p:nvSpPr>
        <p:spPr>
          <a:xfrm>
            <a:off x="1180673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17"/>
          <p:cNvSpPr/>
          <p:nvPr/>
        </p:nvSpPr>
        <p:spPr>
          <a:xfrm>
            <a:off x="384048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17"/>
          <p:cNvSpPr/>
          <p:nvPr/>
        </p:nvSpPr>
        <p:spPr>
          <a:xfrm>
            <a:off x="456468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17"/>
          <p:cNvSpPr/>
          <p:nvPr/>
        </p:nvSpPr>
        <p:spPr>
          <a:xfrm>
            <a:off x="528889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17"/>
          <p:cNvSpPr/>
          <p:nvPr/>
        </p:nvSpPr>
        <p:spPr>
          <a:xfrm>
            <a:off x="1035832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7"/>
          <p:cNvSpPr/>
          <p:nvPr/>
        </p:nvSpPr>
        <p:spPr>
          <a:xfrm>
            <a:off x="1108253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17"/>
          <p:cNvSpPr/>
          <p:nvPr/>
        </p:nvSpPr>
        <p:spPr>
          <a:xfrm>
            <a:off x="1180673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17"/>
          <p:cNvSpPr/>
          <p:nvPr/>
        </p:nvSpPr>
        <p:spPr>
          <a:xfrm>
            <a:off x="384048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17"/>
          <p:cNvSpPr/>
          <p:nvPr/>
        </p:nvSpPr>
        <p:spPr>
          <a:xfrm>
            <a:off x="456468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17"/>
          <p:cNvSpPr/>
          <p:nvPr/>
        </p:nvSpPr>
        <p:spPr>
          <a:xfrm>
            <a:off x="1108253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17"/>
          <p:cNvSpPr/>
          <p:nvPr/>
        </p:nvSpPr>
        <p:spPr>
          <a:xfrm>
            <a:off x="1180673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17"/>
          <p:cNvSpPr/>
          <p:nvPr/>
        </p:nvSpPr>
        <p:spPr>
          <a:xfrm>
            <a:off x="2632740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17"/>
          <p:cNvSpPr/>
          <p:nvPr/>
        </p:nvSpPr>
        <p:spPr>
          <a:xfrm>
            <a:off x="2705161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17"/>
          <p:cNvSpPr/>
          <p:nvPr/>
        </p:nvSpPr>
        <p:spPr>
          <a:xfrm>
            <a:off x="2777581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17"/>
          <p:cNvSpPr/>
          <p:nvPr/>
        </p:nvSpPr>
        <p:spPr>
          <a:xfrm>
            <a:off x="2850002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17"/>
          <p:cNvSpPr/>
          <p:nvPr/>
        </p:nvSpPr>
        <p:spPr>
          <a:xfrm>
            <a:off x="2922422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17"/>
          <p:cNvSpPr/>
          <p:nvPr/>
        </p:nvSpPr>
        <p:spPr>
          <a:xfrm>
            <a:off x="2994843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17"/>
          <p:cNvSpPr/>
          <p:nvPr/>
        </p:nvSpPr>
        <p:spPr>
          <a:xfrm>
            <a:off x="3067263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17"/>
          <p:cNvSpPr/>
          <p:nvPr/>
        </p:nvSpPr>
        <p:spPr>
          <a:xfrm>
            <a:off x="3139684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17"/>
          <p:cNvSpPr/>
          <p:nvPr/>
        </p:nvSpPr>
        <p:spPr>
          <a:xfrm>
            <a:off x="3212104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17"/>
          <p:cNvSpPr/>
          <p:nvPr/>
        </p:nvSpPr>
        <p:spPr>
          <a:xfrm>
            <a:off x="3284525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17"/>
          <p:cNvSpPr/>
          <p:nvPr/>
        </p:nvSpPr>
        <p:spPr>
          <a:xfrm>
            <a:off x="2560320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7"/>
          <p:cNvSpPr/>
          <p:nvPr/>
        </p:nvSpPr>
        <p:spPr>
          <a:xfrm>
            <a:off x="2632740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7"/>
          <p:cNvSpPr/>
          <p:nvPr/>
        </p:nvSpPr>
        <p:spPr>
          <a:xfrm>
            <a:off x="2705161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7"/>
          <p:cNvSpPr/>
          <p:nvPr/>
        </p:nvSpPr>
        <p:spPr>
          <a:xfrm>
            <a:off x="2777581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7"/>
          <p:cNvSpPr/>
          <p:nvPr/>
        </p:nvSpPr>
        <p:spPr>
          <a:xfrm>
            <a:off x="2850002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17"/>
          <p:cNvSpPr/>
          <p:nvPr/>
        </p:nvSpPr>
        <p:spPr>
          <a:xfrm>
            <a:off x="2922422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17"/>
          <p:cNvSpPr/>
          <p:nvPr/>
        </p:nvSpPr>
        <p:spPr>
          <a:xfrm>
            <a:off x="2994843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7"/>
          <p:cNvSpPr/>
          <p:nvPr/>
        </p:nvSpPr>
        <p:spPr>
          <a:xfrm>
            <a:off x="3067263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17"/>
          <p:cNvSpPr/>
          <p:nvPr/>
        </p:nvSpPr>
        <p:spPr>
          <a:xfrm>
            <a:off x="3139684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17"/>
          <p:cNvSpPr/>
          <p:nvPr/>
        </p:nvSpPr>
        <p:spPr>
          <a:xfrm>
            <a:off x="3212104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17"/>
          <p:cNvSpPr/>
          <p:nvPr/>
        </p:nvSpPr>
        <p:spPr>
          <a:xfrm>
            <a:off x="3284525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7"/>
          <p:cNvSpPr/>
          <p:nvPr/>
        </p:nvSpPr>
        <p:spPr>
          <a:xfrm>
            <a:off x="3356945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17"/>
          <p:cNvSpPr/>
          <p:nvPr/>
        </p:nvSpPr>
        <p:spPr>
          <a:xfrm>
            <a:off x="2560320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7"/>
          <p:cNvSpPr/>
          <p:nvPr/>
        </p:nvSpPr>
        <p:spPr>
          <a:xfrm>
            <a:off x="2632740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17"/>
          <p:cNvSpPr/>
          <p:nvPr/>
        </p:nvSpPr>
        <p:spPr>
          <a:xfrm>
            <a:off x="2705161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17"/>
          <p:cNvSpPr/>
          <p:nvPr/>
        </p:nvSpPr>
        <p:spPr>
          <a:xfrm>
            <a:off x="2777581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17"/>
          <p:cNvSpPr/>
          <p:nvPr/>
        </p:nvSpPr>
        <p:spPr>
          <a:xfrm>
            <a:off x="2850002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17"/>
          <p:cNvSpPr/>
          <p:nvPr/>
        </p:nvSpPr>
        <p:spPr>
          <a:xfrm>
            <a:off x="2922422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17"/>
          <p:cNvSpPr/>
          <p:nvPr/>
        </p:nvSpPr>
        <p:spPr>
          <a:xfrm>
            <a:off x="2994843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17"/>
          <p:cNvSpPr/>
          <p:nvPr/>
        </p:nvSpPr>
        <p:spPr>
          <a:xfrm>
            <a:off x="3067263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17"/>
          <p:cNvSpPr/>
          <p:nvPr/>
        </p:nvSpPr>
        <p:spPr>
          <a:xfrm>
            <a:off x="3139684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17"/>
          <p:cNvSpPr/>
          <p:nvPr/>
        </p:nvSpPr>
        <p:spPr>
          <a:xfrm>
            <a:off x="3212104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7"/>
          <p:cNvSpPr/>
          <p:nvPr/>
        </p:nvSpPr>
        <p:spPr>
          <a:xfrm>
            <a:off x="3284525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7"/>
          <p:cNvSpPr/>
          <p:nvPr/>
        </p:nvSpPr>
        <p:spPr>
          <a:xfrm>
            <a:off x="3356945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17"/>
          <p:cNvSpPr/>
          <p:nvPr/>
        </p:nvSpPr>
        <p:spPr>
          <a:xfrm>
            <a:off x="2560320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17"/>
          <p:cNvSpPr/>
          <p:nvPr/>
        </p:nvSpPr>
        <p:spPr>
          <a:xfrm>
            <a:off x="2632740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7"/>
          <p:cNvSpPr/>
          <p:nvPr/>
        </p:nvSpPr>
        <p:spPr>
          <a:xfrm>
            <a:off x="2705161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17"/>
          <p:cNvSpPr/>
          <p:nvPr/>
        </p:nvSpPr>
        <p:spPr>
          <a:xfrm>
            <a:off x="2777581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17"/>
          <p:cNvSpPr/>
          <p:nvPr/>
        </p:nvSpPr>
        <p:spPr>
          <a:xfrm>
            <a:off x="2850002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17"/>
          <p:cNvSpPr/>
          <p:nvPr/>
        </p:nvSpPr>
        <p:spPr>
          <a:xfrm>
            <a:off x="2922422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7"/>
          <p:cNvSpPr/>
          <p:nvPr/>
        </p:nvSpPr>
        <p:spPr>
          <a:xfrm>
            <a:off x="2994843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17"/>
          <p:cNvSpPr/>
          <p:nvPr/>
        </p:nvSpPr>
        <p:spPr>
          <a:xfrm>
            <a:off x="3067263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17"/>
          <p:cNvSpPr/>
          <p:nvPr/>
        </p:nvSpPr>
        <p:spPr>
          <a:xfrm>
            <a:off x="3139684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17"/>
          <p:cNvSpPr/>
          <p:nvPr/>
        </p:nvSpPr>
        <p:spPr>
          <a:xfrm>
            <a:off x="3212104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7"/>
          <p:cNvSpPr/>
          <p:nvPr/>
        </p:nvSpPr>
        <p:spPr>
          <a:xfrm>
            <a:off x="3284525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17"/>
          <p:cNvSpPr/>
          <p:nvPr/>
        </p:nvSpPr>
        <p:spPr>
          <a:xfrm>
            <a:off x="3356945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7"/>
          <p:cNvSpPr/>
          <p:nvPr/>
        </p:nvSpPr>
        <p:spPr>
          <a:xfrm>
            <a:off x="2560320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17"/>
          <p:cNvSpPr/>
          <p:nvPr/>
        </p:nvSpPr>
        <p:spPr>
          <a:xfrm>
            <a:off x="2632740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7"/>
          <p:cNvSpPr/>
          <p:nvPr/>
        </p:nvSpPr>
        <p:spPr>
          <a:xfrm>
            <a:off x="2705161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17"/>
          <p:cNvSpPr/>
          <p:nvPr/>
        </p:nvSpPr>
        <p:spPr>
          <a:xfrm>
            <a:off x="2777581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17"/>
          <p:cNvSpPr/>
          <p:nvPr/>
        </p:nvSpPr>
        <p:spPr>
          <a:xfrm>
            <a:off x="2850002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17"/>
          <p:cNvSpPr/>
          <p:nvPr/>
        </p:nvSpPr>
        <p:spPr>
          <a:xfrm>
            <a:off x="2922422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17"/>
          <p:cNvSpPr/>
          <p:nvPr/>
        </p:nvSpPr>
        <p:spPr>
          <a:xfrm>
            <a:off x="2994843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17"/>
          <p:cNvSpPr/>
          <p:nvPr/>
        </p:nvSpPr>
        <p:spPr>
          <a:xfrm>
            <a:off x="3067263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17"/>
          <p:cNvSpPr/>
          <p:nvPr/>
        </p:nvSpPr>
        <p:spPr>
          <a:xfrm>
            <a:off x="3139684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7"/>
          <p:cNvSpPr/>
          <p:nvPr/>
        </p:nvSpPr>
        <p:spPr>
          <a:xfrm>
            <a:off x="3212104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7"/>
          <p:cNvSpPr/>
          <p:nvPr/>
        </p:nvSpPr>
        <p:spPr>
          <a:xfrm>
            <a:off x="3284525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17"/>
          <p:cNvSpPr/>
          <p:nvPr/>
        </p:nvSpPr>
        <p:spPr>
          <a:xfrm>
            <a:off x="3356945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17"/>
          <p:cNvSpPr/>
          <p:nvPr/>
        </p:nvSpPr>
        <p:spPr>
          <a:xfrm>
            <a:off x="2560320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7"/>
          <p:cNvSpPr/>
          <p:nvPr/>
        </p:nvSpPr>
        <p:spPr>
          <a:xfrm>
            <a:off x="2632740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17"/>
          <p:cNvSpPr/>
          <p:nvPr/>
        </p:nvSpPr>
        <p:spPr>
          <a:xfrm>
            <a:off x="2705161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17"/>
          <p:cNvSpPr/>
          <p:nvPr/>
        </p:nvSpPr>
        <p:spPr>
          <a:xfrm>
            <a:off x="3212104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17"/>
          <p:cNvSpPr/>
          <p:nvPr/>
        </p:nvSpPr>
        <p:spPr>
          <a:xfrm>
            <a:off x="3284525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7"/>
          <p:cNvSpPr/>
          <p:nvPr/>
        </p:nvSpPr>
        <p:spPr>
          <a:xfrm>
            <a:off x="3356945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7"/>
          <p:cNvSpPr/>
          <p:nvPr/>
        </p:nvSpPr>
        <p:spPr>
          <a:xfrm>
            <a:off x="2560320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17"/>
          <p:cNvSpPr/>
          <p:nvPr/>
        </p:nvSpPr>
        <p:spPr>
          <a:xfrm>
            <a:off x="2632740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17"/>
          <p:cNvSpPr/>
          <p:nvPr/>
        </p:nvSpPr>
        <p:spPr>
          <a:xfrm>
            <a:off x="3284525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7"/>
          <p:cNvSpPr/>
          <p:nvPr/>
        </p:nvSpPr>
        <p:spPr>
          <a:xfrm>
            <a:off x="3356945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17"/>
          <p:cNvSpPr/>
          <p:nvPr/>
        </p:nvSpPr>
        <p:spPr>
          <a:xfrm>
            <a:off x="4809012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17"/>
          <p:cNvSpPr/>
          <p:nvPr/>
        </p:nvSpPr>
        <p:spPr>
          <a:xfrm>
            <a:off x="4881433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17"/>
          <p:cNvSpPr/>
          <p:nvPr/>
        </p:nvSpPr>
        <p:spPr>
          <a:xfrm>
            <a:off x="4953853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17"/>
          <p:cNvSpPr/>
          <p:nvPr/>
        </p:nvSpPr>
        <p:spPr>
          <a:xfrm>
            <a:off x="5026274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17"/>
          <p:cNvSpPr/>
          <p:nvPr/>
        </p:nvSpPr>
        <p:spPr>
          <a:xfrm>
            <a:off x="5098694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17"/>
          <p:cNvSpPr/>
          <p:nvPr/>
        </p:nvSpPr>
        <p:spPr>
          <a:xfrm>
            <a:off x="5171115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7"/>
          <p:cNvSpPr/>
          <p:nvPr/>
        </p:nvSpPr>
        <p:spPr>
          <a:xfrm>
            <a:off x="5243535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7"/>
          <p:cNvSpPr/>
          <p:nvPr/>
        </p:nvSpPr>
        <p:spPr>
          <a:xfrm>
            <a:off x="5315956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17"/>
          <p:cNvSpPr/>
          <p:nvPr/>
        </p:nvSpPr>
        <p:spPr>
          <a:xfrm>
            <a:off x="5388376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17"/>
          <p:cNvSpPr/>
          <p:nvPr/>
        </p:nvSpPr>
        <p:spPr>
          <a:xfrm>
            <a:off x="5460797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7"/>
          <p:cNvSpPr/>
          <p:nvPr/>
        </p:nvSpPr>
        <p:spPr>
          <a:xfrm>
            <a:off x="4736592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7"/>
          <p:cNvSpPr/>
          <p:nvPr/>
        </p:nvSpPr>
        <p:spPr>
          <a:xfrm>
            <a:off x="4809012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7"/>
          <p:cNvSpPr/>
          <p:nvPr/>
        </p:nvSpPr>
        <p:spPr>
          <a:xfrm>
            <a:off x="4881433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17"/>
          <p:cNvSpPr/>
          <p:nvPr/>
        </p:nvSpPr>
        <p:spPr>
          <a:xfrm>
            <a:off x="4953853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7"/>
          <p:cNvSpPr/>
          <p:nvPr/>
        </p:nvSpPr>
        <p:spPr>
          <a:xfrm>
            <a:off x="5026274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17"/>
          <p:cNvSpPr/>
          <p:nvPr/>
        </p:nvSpPr>
        <p:spPr>
          <a:xfrm>
            <a:off x="5098694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17"/>
          <p:cNvSpPr/>
          <p:nvPr/>
        </p:nvSpPr>
        <p:spPr>
          <a:xfrm>
            <a:off x="5171115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7"/>
          <p:cNvSpPr/>
          <p:nvPr/>
        </p:nvSpPr>
        <p:spPr>
          <a:xfrm>
            <a:off x="5243535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7"/>
          <p:cNvSpPr/>
          <p:nvPr/>
        </p:nvSpPr>
        <p:spPr>
          <a:xfrm>
            <a:off x="5315956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17"/>
          <p:cNvSpPr/>
          <p:nvPr/>
        </p:nvSpPr>
        <p:spPr>
          <a:xfrm>
            <a:off x="5388376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17"/>
          <p:cNvSpPr/>
          <p:nvPr/>
        </p:nvSpPr>
        <p:spPr>
          <a:xfrm>
            <a:off x="5460797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17"/>
          <p:cNvSpPr/>
          <p:nvPr/>
        </p:nvSpPr>
        <p:spPr>
          <a:xfrm>
            <a:off x="5533217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7"/>
          <p:cNvSpPr/>
          <p:nvPr/>
        </p:nvSpPr>
        <p:spPr>
          <a:xfrm>
            <a:off x="4736592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7"/>
          <p:cNvSpPr/>
          <p:nvPr/>
        </p:nvSpPr>
        <p:spPr>
          <a:xfrm>
            <a:off x="4809012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7"/>
          <p:cNvSpPr/>
          <p:nvPr/>
        </p:nvSpPr>
        <p:spPr>
          <a:xfrm>
            <a:off x="4881433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7"/>
          <p:cNvSpPr/>
          <p:nvPr/>
        </p:nvSpPr>
        <p:spPr>
          <a:xfrm>
            <a:off x="4953853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7"/>
          <p:cNvSpPr/>
          <p:nvPr/>
        </p:nvSpPr>
        <p:spPr>
          <a:xfrm>
            <a:off x="5026274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7"/>
          <p:cNvSpPr/>
          <p:nvPr/>
        </p:nvSpPr>
        <p:spPr>
          <a:xfrm>
            <a:off x="5098694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7"/>
          <p:cNvSpPr/>
          <p:nvPr/>
        </p:nvSpPr>
        <p:spPr>
          <a:xfrm>
            <a:off x="5171115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7"/>
          <p:cNvSpPr/>
          <p:nvPr/>
        </p:nvSpPr>
        <p:spPr>
          <a:xfrm>
            <a:off x="5243535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7"/>
          <p:cNvSpPr/>
          <p:nvPr/>
        </p:nvSpPr>
        <p:spPr>
          <a:xfrm>
            <a:off x="5315956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7"/>
          <p:cNvSpPr/>
          <p:nvPr/>
        </p:nvSpPr>
        <p:spPr>
          <a:xfrm>
            <a:off x="5388376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17"/>
          <p:cNvSpPr/>
          <p:nvPr/>
        </p:nvSpPr>
        <p:spPr>
          <a:xfrm>
            <a:off x="5460797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7"/>
          <p:cNvSpPr/>
          <p:nvPr/>
        </p:nvSpPr>
        <p:spPr>
          <a:xfrm>
            <a:off x="5533217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7"/>
          <p:cNvSpPr/>
          <p:nvPr/>
        </p:nvSpPr>
        <p:spPr>
          <a:xfrm>
            <a:off x="4736592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17"/>
          <p:cNvSpPr/>
          <p:nvPr/>
        </p:nvSpPr>
        <p:spPr>
          <a:xfrm>
            <a:off x="4809012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17"/>
          <p:cNvSpPr/>
          <p:nvPr/>
        </p:nvSpPr>
        <p:spPr>
          <a:xfrm>
            <a:off x="4881433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7"/>
          <p:cNvSpPr/>
          <p:nvPr/>
        </p:nvSpPr>
        <p:spPr>
          <a:xfrm>
            <a:off x="4953853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7"/>
          <p:cNvSpPr/>
          <p:nvPr/>
        </p:nvSpPr>
        <p:spPr>
          <a:xfrm>
            <a:off x="5026274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17"/>
          <p:cNvSpPr/>
          <p:nvPr/>
        </p:nvSpPr>
        <p:spPr>
          <a:xfrm>
            <a:off x="5098694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7"/>
          <p:cNvSpPr/>
          <p:nvPr/>
        </p:nvSpPr>
        <p:spPr>
          <a:xfrm>
            <a:off x="5171115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7"/>
          <p:cNvSpPr/>
          <p:nvPr/>
        </p:nvSpPr>
        <p:spPr>
          <a:xfrm>
            <a:off x="5243535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7"/>
          <p:cNvSpPr/>
          <p:nvPr/>
        </p:nvSpPr>
        <p:spPr>
          <a:xfrm>
            <a:off x="5315956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7"/>
          <p:cNvSpPr/>
          <p:nvPr/>
        </p:nvSpPr>
        <p:spPr>
          <a:xfrm>
            <a:off x="5388376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7"/>
          <p:cNvSpPr/>
          <p:nvPr/>
        </p:nvSpPr>
        <p:spPr>
          <a:xfrm>
            <a:off x="5460797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7"/>
          <p:cNvSpPr/>
          <p:nvPr/>
        </p:nvSpPr>
        <p:spPr>
          <a:xfrm>
            <a:off x="5533217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7"/>
          <p:cNvSpPr/>
          <p:nvPr/>
        </p:nvSpPr>
        <p:spPr>
          <a:xfrm>
            <a:off x="4736592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7"/>
          <p:cNvSpPr/>
          <p:nvPr/>
        </p:nvSpPr>
        <p:spPr>
          <a:xfrm>
            <a:off x="4809012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7"/>
          <p:cNvSpPr/>
          <p:nvPr/>
        </p:nvSpPr>
        <p:spPr>
          <a:xfrm>
            <a:off x="4881433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7"/>
          <p:cNvSpPr/>
          <p:nvPr/>
        </p:nvSpPr>
        <p:spPr>
          <a:xfrm>
            <a:off x="4953853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7"/>
          <p:cNvSpPr/>
          <p:nvPr/>
        </p:nvSpPr>
        <p:spPr>
          <a:xfrm>
            <a:off x="5026274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7"/>
          <p:cNvSpPr/>
          <p:nvPr/>
        </p:nvSpPr>
        <p:spPr>
          <a:xfrm>
            <a:off x="5098694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7"/>
          <p:cNvSpPr/>
          <p:nvPr/>
        </p:nvSpPr>
        <p:spPr>
          <a:xfrm>
            <a:off x="5171115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7"/>
          <p:cNvSpPr/>
          <p:nvPr/>
        </p:nvSpPr>
        <p:spPr>
          <a:xfrm>
            <a:off x="5243535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7"/>
          <p:cNvSpPr/>
          <p:nvPr/>
        </p:nvSpPr>
        <p:spPr>
          <a:xfrm>
            <a:off x="5315956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17"/>
          <p:cNvSpPr/>
          <p:nvPr/>
        </p:nvSpPr>
        <p:spPr>
          <a:xfrm>
            <a:off x="5388376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7"/>
          <p:cNvSpPr/>
          <p:nvPr/>
        </p:nvSpPr>
        <p:spPr>
          <a:xfrm>
            <a:off x="5460797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17"/>
          <p:cNvSpPr/>
          <p:nvPr/>
        </p:nvSpPr>
        <p:spPr>
          <a:xfrm>
            <a:off x="5533217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17"/>
          <p:cNvSpPr/>
          <p:nvPr/>
        </p:nvSpPr>
        <p:spPr>
          <a:xfrm>
            <a:off x="4736592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17"/>
          <p:cNvSpPr/>
          <p:nvPr/>
        </p:nvSpPr>
        <p:spPr>
          <a:xfrm>
            <a:off x="4809012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7"/>
          <p:cNvSpPr/>
          <p:nvPr/>
        </p:nvSpPr>
        <p:spPr>
          <a:xfrm>
            <a:off x="4881433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17"/>
          <p:cNvSpPr/>
          <p:nvPr/>
        </p:nvSpPr>
        <p:spPr>
          <a:xfrm>
            <a:off x="5388376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7"/>
          <p:cNvSpPr/>
          <p:nvPr/>
        </p:nvSpPr>
        <p:spPr>
          <a:xfrm>
            <a:off x="5460797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17"/>
          <p:cNvSpPr/>
          <p:nvPr/>
        </p:nvSpPr>
        <p:spPr>
          <a:xfrm>
            <a:off x="5533217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7"/>
          <p:cNvSpPr/>
          <p:nvPr/>
        </p:nvSpPr>
        <p:spPr>
          <a:xfrm>
            <a:off x="4736592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17"/>
          <p:cNvSpPr/>
          <p:nvPr/>
        </p:nvSpPr>
        <p:spPr>
          <a:xfrm>
            <a:off x="4809012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17"/>
          <p:cNvSpPr/>
          <p:nvPr/>
        </p:nvSpPr>
        <p:spPr>
          <a:xfrm>
            <a:off x="5460797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7"/>
          <p:cNvSpPr/>
          <p:nvPr/>
        </p:nvSpPr>
        <p:spPr>
          <a:xfrm>
            <a:off x="5533217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7"/>
          <p:cNvSpPr/>
          <p:nvPr/>
        </p:nvSpPr>
        <p:spPr>
          <a:xfrm>
            <a:off x="6985284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7"/>
          <p:cNvSpPr/>
          <p:nvPr/>
        </p:nvSpPr>
        <p:spPr>
          <a:xfrm>
            <a:off x="7057705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7"/>
          <p:cNvSpPr/>
          <p:nvPr/>
        </p:nvSpPr>
        <p:spPr>
          <a:xfrm>
            <a:off x="7130125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7"/>
          <p:cNvSpPr/>
          <p:nvPr/>
        </p:nvSpPr>
        <p:spPr>
          <a:xfrm>
            <a:off x="7202546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7"/>
          <p:cNvSpPr/>
          <p:nvPr/>
        </p:nvSpPr>
        <p:spPr>
          <a:xfrm>
            <a:off x="7274966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17"/>
          <p:cNvSpPr/>
          <p:nvPr/>
        </p:nvSpPr>
        <p:spPr>
          <a:xfrm>
            <a:off x="7347387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7"/>
          <p:cNvSpPr/>
          <p:nvPr/>
        </p:nvSpPr>
        <p:spPr>
          <a:xfrm>
            <a:off x="7419807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7"/>
          <p:cNvSpPr/>
          <p:nvPr/>
        </p:nvSpPr>
        <p:spPr>
          <a:xfrm>
            <a:off x="7492228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7"/>
          <p:cNvSpPr/>
          <p:nvPr/>
        </p:nvSpPr>
        <p:spPr>
          <a:xfrm>
            <a:off x="7564648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7"/>
          <p:cNvSpPr/>
          <p:nvPr/>
        </p:nvSpPr>
        <p:spPr>
          <a:xfrm>
            <a:off x="7637069" y="155448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7"/>
          <p:cNvSpPr/>
          <p:nvPr/>
        </p:nvSpPr>
        <p:spPr>
          <a:xfrm>
            <a:off x="6912864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7"/>
          <p:cNvSpPr/>
          <p:nvPr/>
        </p:nvSpPr>
        <p:spPr>
          <a:xfrm>
            <a:off x="6985284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7"/>
          <p:cNvSpPr/>
          <p:nvPr/>
        </p:nvSpPr>
        <p:spPr>
          <a:xfrm>
            <a:off x="7057705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7"/>
          <p:cNvSpPr/>
          <p:nvPr/>
        </p:nvSpPr>
        <p:spPr>
          <a:xfrm>
            <a:off x="7130125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7"/>
          <p:cNvSpPr/>
          <p:nvPr/>
        </p:nvSpPr>
        <p:spPr>
          <a:xfrm>
            <a:off x="7202546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7"/>
          <p:cNvSpPr/>
          <p:nvPr/>
        </p:nvSpPr>
        <p:spPr>
          <a:xfrm>
            <a:off x="7274966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7"/>
          <p:cNvSpPr/>
          <p:nvPr/>
        </p:nvSpPr>
        <p:spPr>
          <a:xfrm>
            <a:off x="7347387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17"/>
          <p:cNvSpPr/>
          <p:nvPr/>
        </p:nvSpPr>
        <p:spPr>
          <a:xfrm>
            <a:off x="7419807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7"/>
          <p:cNvSpPr/>
          <p:nvPr/>
        </p:nvSpPr>
        <p:spPr>
          <a:xfrm>
            <a:off x="7492228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7"/>
          <p:cNvSpPr/>
          <p:nvPr/>
        </p:nvSpPr>
        <p:spPr>
          <a:xfrm>
            <a:off x="7564648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7"/>
          <p:cNvSpPr/>
          <p:nvPr/>
        </p:nvSpPr>
        <p:spPr>
          <a:xfrm>
            <a:off x="7637069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17"/>
          <p:cNvSpPr/>
          <p:nvPr/>
        </p:nvSpPr>
        <p:spPr>
          <a:xfrm>
            <a:off x="7709489" y="1626900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7"/>
          <p:cNvSpPr/>
          <p:nvPr/>
        </p:nvSpPr>
        <p:spPr>
          <a:xfrm>
            <a:off x="6912864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7"/>
          <p:cNvSpPr/>
          <p:nvPr/>
        </p:nvSpPr>
        <p:spPr>
          <a:xfrm>
            <a:off x="6985284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7"/>
          <p:cNvSpPr/>
          <p:nvPr/>
        </p:nvSpPr>
        <p:spPr>
          <a:xfrm>
            <a:off x="7057705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7"/>
          <p:cNvSpPr/>
          <p:nvPr/>
        </p:nvSpPr>
        <p:spPr>
          <a:xfrm>
            <a:off x="7130125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7"/>
          <p:cNvSpPr/>
          <p:nvPr/>
        </p:nvSpPr>
        <p:spPr>
          <a:xfrm>
            <a:off x="7202546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7"/>
          <p:cNvSpPr/>
          <p:nvPr/>
        </p:nvSpPr>
        <p:spPr>
          <a:xfrm>
            <a:off x="7274966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17"/>
          <p:cNvSpPr/>
          <p:nvPr/>
        </p:nvSpPr>
        <p:spPr>
          <a:xfrm>
            <a:off x="7347387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7"/>
          <p:cNvSpPr/>
          <p:nvPr/>
        </p:nvSpPr>
        <p:spPr>
          <a:xfrm>
            <a:off x="7419807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7"/>
          <p:cNvSpPr/>
          <p:nvPr/>
        </p:nvSpPr>
        <p:spPr>
          <a:xfrm>
            <a:off x="7492228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7"/>
          <p:cNvSpPr/>
          <p:nvPr/>
        </p:nvSpPr>
        <p:spPr>
          <a:xfrm>
            <a:off x="7564648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7"/>
          <p:cNvSpPr/>
          <p:nvPr/>
        </p:nvSpPr>
        <p:spPr>
          <a:xfrm>
            <a:off x="7637069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7"/>
          <p:cNvSpPr/>
          <p:nvPr/>
        </p:nvSpPr>
        <p:spPr>
          <a:xfrm>
            <a:off x="7709489" y="169932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7"/>
          <p:cNvSpPr/>
          <p:nvPr/>
        </p:nvSpPr>
        <p:spPr>
          <a:xfrm>
            <a:off x="6912864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7"/>
          <p:cNvSpPr/>
          <p:nvPr/>
        </p:nvSpPr>
        <p:spPr>
          <a:xfrm>
            <a:off x="6985284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17"/>
          <p:cNvSpPr/>
          <p:nvPr/>
        </p:nvSpPr>
        <p:spPr>
          <a:xfrm>
            <a:off x="7057705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7"/>
          <p:cNvSpPr/>
          <p:nvPr/>
        </p:nvSpPr>
        <p:spPr>
          <a:xfrm>
            <a:off x="7130125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7"/>
          <p:cNvSpPr/>
          <p:nvPr/>
        </p:nvSpPr>
        <p:spPr>
          <a:xfrm>
            <a:off x="7202546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7"/>
          <p:cNvSpPr/>
          <p:nvPr/>
        </p:nvSpPr>
        <p:spPr>
          <a:xfrm>
            <a:off x="7274966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17"/>
          <p:cNvSpPr/>
          <p:nvPr/>
        </p:nvSpPr>
        <p:spPr>
          <a:xfrm>
            <a:off x="7347387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7"/>
          <p:cNvSpPr/>
          <p:nvPr/>
        </p:nvSpPr>
        <p:spPr>
          <a:xfrm>
            <a:off x="7419807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7"/>
          <p:cNvSpPr/>
          <p:nvPr/>
        </p:nvSpPr>
        <p:spPr>
          <a:xfrm>
            <a:off x="7492228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7"/>
          <p:cNvSpPr/>
          <p:nvPr/>
        </p:nvSpPr>
        <p:spPr>
          <a:xfrm>
            <a:off x="7564648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7"/>
          <p:cNvSpPr/>
          <p:nvPr/>
        </p:nvSpPr>
        <p:spPr>
          <a:xfrm>
            <a:off x="7637069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7"/>
          <p:cNvSpPr/>
          <p:nvPr/>
        </p:nvSpPr>
        <p:spPr>
          <a:xfrm>
            <a:off x="7709489" y="1771741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17"/>
          <p:cNvSpPr/>
          <p:nvPr/>
        </p:nvSpPr>
        <p:spPr>
          <a:xfrm>
            <a:off x="6912864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7"/>
          <p:cNvSpPr/>
          <p:nvPr/>
        </p:nvSpPr>
        <p:spPr>
          <a:xfrm>
            <a:off x="6985284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7"/>
          <p:cNvSpPr/>
          <p:nvPr/>
        </p:nvSpPr>
        <p:spPr>
          <a:xfrm>
            <a:off x="7057705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7"/>
          <p:cNvSpPr/>
          <p:nvPr/>
        </p:nvSpPr>
        <p:spPr>
          <a:xfrm>
            <a:off x="7130125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17"/>
          <p:cNvSpPr/>
          <p:nvPr/>
        </p:nvSpPr>
        <p:spPr>
          <a:xfrm>
            <a:off x="7202546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17"/>
          <p:cNvSpPr/>
          <p:nvPr/>
        </p:nvSpPr>
        <p:spPr>
          <a:xfrm>
            <a:off x="7274966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7"/>
          <p:cNvSpPr/>
          <p:nvPr/>
        </p:nvSpPr>
        <p:spPr>
          <a:xfrm>
            <a:off x="7347387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17"/>
          <p:cNvSpPr/>
          <p:nvPr/>
        </p:nvSpPr>
        <p:spPr>
          <a:xfrm>
            <a:off x="7419807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7"/>
          <p:cNvSpPr/>
          <p:nvPr/>
        </p:nvSpPr>
        <p:spPr>
          <a:xfrm>
            <a:off x="7492228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7"/>
          <p:cNvSpPr/>
          <p:nvPr/>
        </p:nvSpPr>
        <p:spPr>
          <a:xfrm>
            <a:off x="7564648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7"/>
          <p:cNvSpPr/>
          <p:nvPr/>
        </p:nvSpPr>
        <p:spPr>
          <a:xfrm>
            <a:off x="7637069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17"/>
          <p:cNvSpPr/>
          <p:nvPr/>
        </p:nvSpPr>
        <p:spPr>
          <a:xfrm>
            <a:off x="7709489" y="184416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17"/>
          <p:cNvSpPr/>
          <p:nvPr/>
        </p:nvSpPr>
        <p:spPr>
          <a:xfrm>
            <a:off x="6912864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7"/>
          <p:cNvSpPr/>
          <p:nvPr/>
        </p:nvSpPr>
        <p:spPr>
          <a:xfrm>
            <a:off x="6985284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7"/>
          <p:cNvSpPr/>
          <p:nvPr/>
        </p:nvSpPr>
        <p:spPr>
          <a:xfrm>
            <a:off x="7057705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7"/>
          <p:cNvSpPr/>
          <p:nvPr/>
        </p:nvSpPr>
        <p:spPr>
          <a:xfrm>
            <a:off x="7564648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17"/>
          <p:cNvSpPr/>
          <p:nvPr/>
        </p:nvSpPr>
        <p:spPr>
          <a:xfrm>
            <a:off x="7637069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7"/>
          <p:cNvSpPr/>
          <p:nvPr/>
        </p:nvSpPr>
        <p:spPr>
          <a:xfrm>
            <a:off x="7709489" y="1916582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17"/>
          <p:cNvSpPr/>
          <p:nvPr/>
        </p:nvSpPr>
        <p:spPr>
          <a:xfrm>
            <a:off x="6912864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17"/>
          <p:cNvSpPr/>
          <p:nvPr/>
        </p:nvSpPr>
        <p:spPr>
          <a:xfrm>
            <a:off x="6985284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7"/>
          <p:cNvSpPr/>
          <p:nvPr/>
        </p:nvSpPr>
        <p:spPr>
          <a:xfrm>
            <a:off x="7637069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17"/>
          <p:cNvSpPr/>
          <p:nvPr/>
        </p:nvSpPr>
        <p:spPr>
          <a:xfrm>
            <a:off x="7709489" y="1989003"/>
            <a:ext cx="69677" cy="6967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17"/>
          <p:cNvSpPr/>
          <p:nvPr/>
        </p:nvSpPr>
        <p:spPr>
          <a:xfrm>
            <a:off x="365760" y="2286000"/>
            <a:ext cx="8412480" cy="1371600"/>
          </a:xfrm>
          <a:prstGeom prst="rect">
            <a:avLst/>
          </a:prstGeom>
          <a:solidFill>
            <a:srgbClr val="0A1F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7"/>
          <p:cNvSpPr/>
          <p:nvPr/>
        </p:nvSpPr>
        <p:spPr>
          <a:xfrm>
            <a:off x="365760" y="228600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7"/>
          <p:cNvSpPr/>
          <p:nvPr/>
        </p:nvSpPr>
        <p:spPr>
          <a:xfrm>
            <a:off x="365760" y="228600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17"/>
          <p:cNvSpPr/>
          <p:nvPr/>
        </p:nvSpPr>
        <p:spPr>
          <a:xfrm>
            <a:off x="8613648" y="228600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17"/>
          <p:cNvSpPr/>
          <p:nvPr/>
        </p:nvSpPr>
        <p:spPr>
          <a:xfrm>
            <a:off x="8741664" y="228600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7"/>
          <p:cNvSpPr/>
          <p:nvPr/>
        </p:nvSpPr>
        <p:spPr>
          <a:xfrm>
            <a:off x="365760" y="362102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7"/>
          <p:cNvSpPr/>
          <p:nvPr/>
        </p:nvSpPr>
        <p:spPr>
          <a:xfrm>
            <a:off x="365760" y="349300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17"/>
          <p:cNvSpPr/>
          <p:nvPr/>
        </p:nvSpPr>
        <p:spPr>
          <a:xfrm>
            <a:off x="8613648" y="362102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17"/>
          <p:cNvSpPr/>
          <p:nvPr/>
        </p:nvSpPr>
        <p:spPr>
          <a:xfrm>
            <a:off x="8741664" y="349300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7"/>
          <p:cNvSpPr/>
          <p:nvPr/>
        </p:nvSpPr>
        <p:spPr>
          <a:xfrm>
            <a:off x="640080" y="23317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COMMIT HOOKS: lint, type-check, policy scan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MERGE HOOKS:  tests pass or merge blocked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PRE-PUSH:     no secrets, no destructive flags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CLAUDE NEVER SEES THESE.  CAN'T BYPASS THEM. (</a:t>
            </a:r>
            <a:r>
              <a:rPr lang="en-US" sz="1200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--no-verify)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17"/>
          <p:cNvSpPr/>
          <p:nvPr/>
        </p:nvSpPr>
        <p:spPr>
          <a:xfrm>
            <a:off x="283373" y="3840480"/>
            <a:ext cx="85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DETERMINISTIC.  OUTSIDE THE AGENT.  RUNS EVERY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1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17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7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7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17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◄ LEVEL 4: GUARDRAILS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8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16/20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18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18"/>
          <p:cNvSpPr/>
          <p:nvPr/>
        </p:nvSpPr>
        <p:spPr>
          <a:xfrm>
            <a:off x="228600" y="137160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18"/>
          <p:cNvSpPr/>
          <p:nvPr/>
        </p:nvSpPr>
        <p:spPr>
          <a:xfrm>
            <a:off x="228600" y="13716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8"/>
          <p:cNvSpPr/>
          <p:nvPr/>
        </p:nvSpPr>
        <p:spPr>
          <a:xfrm>
            <a:off x="1234440" y="137160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8"/>
          <p:cNvSpPr/>
          <p:nvPr/>
        </p:nvSpPr>
        <p:spPr>
          <a:xfrm>
            <a:off x="1362456" y="13716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18"/>
          <p:cNvSpPr/>
          <p:nvPr/>
        </p:nvSpPr>
        <p:spPr>
          <a:xfrm>
            <a:off x="228600" y="1271016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18"/>
          <p:cNvSpPr/>
          <p:nvPr/>
        </p:nvSpPr>
        <p:spPr>
          <a:xfrm>
            <a:off x="228600" y="114300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8"/>
          <p:cNvSpPr/>
          <p:nvPr/>
        </p:nvSpPr>
        <p:spPr>
          <a:xfrm>
            <a:off x="1234440" y="1271016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8"/>
          <p:cNvSpPr/>
          <p:nvPr/>
        </p:nvSpPr>
        <p:spPr>
          <a:xfrm>
            <a:off x="1362456" y="114300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18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6200"/>
              <a:buFont typeface="Courier New"/>
              <a:buNone/>
            </a:pPr>
            <a:r>
              <a:rPr b="1" i="0" lang="en-US" sz="6200" u="none" cap="none" strike="noStrike">
                <a:solidFill>
                  <a:srgbClr val="08080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18"/>
          <p:cNvSpPr/>
          <p:nvPr/>
        </p:nvSpPr>
        <p:spPr>
          <a:xfrm>
            <a:off x="1536192" y="13716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GUARDRAIL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18"/>
          <p:cNvSpPr/>
          <p:nvPr/>
        </p:nvSpPr>
        <p:spPr>
          <a:xfrm>
            <a:off x="1536192" y="502920"/>
            <a:ext cx="7406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ADMISSION CONTROL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18"/>
          <p:cNvSpPr/>
          <p:nvPr/>
        </p:nvSpPr>
        <p:spPr>
          <a:xfrm>
            <a:off x="817108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18"/>
          <p:cNvSpPr/>
          <p:nvPr/>
        </p:nvSpPr>
        <p:spPr>
          <a:xfrm>
            <a:off x="1073871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18"/>
          <p:cNvSpPr/>
          <p:nvPr/>
        </p:nvSpPr>
        <p:spPr>
          <a:xfrm>
            <a:off x="859902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8"/>
          <p:cNvSpPr/>
          <p:nvPr/>
        </p:nvSpPr>
        <p:spPr>
          <a:xfrm>
            <a:off x="1031077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8"/>
          <p:cNvSpPr/>
          <p:nvPr/>
        </p:nvSpPr>
        <p:spPr>
          <a:xfrm>
            <a:off x="817108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18"/>
          <p:cNvSpPr/>
          <p:nvPr/>
        </p:nvSpPr>
        <p:spPr>
          <a:xfrm>
            <a:off x="859902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18"/>
          <p:cNvSpPr/>
          <p:nvPr/>
        </p:nvSpPr>
        <p:spPr>
          <a:xfrm>
            <a:off x="902696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8"/>
          <p:cNvSpPr/>
          <p:nvPr/>
        </p:nvSpPr>
        <p:spPr>
          <a:xfrm>
            <a:off x="945490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8"/>
          <p:cNvSpPr/>
          <p:nvPr/>
        </p:nvSpPr>
        <p:spPr>
          <a:xfrm>
            <a:off x="988284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18"/>
          <p:cNvSpPr/>
          <p:nvPr/>
        </p:nvSpPr>
        <p:spPr>
          <a:xfrm>
            <a:off x="1031077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18"/>
          <p:cNvSpPr/>
          <p:nvPr/>
        </p:nvSpPr>
        <p:spPr>
          <a:xfrm>
            <a:off x="1073871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8"/>
          <p:cNvSpPr/>
          <p:nvPr/>
        </p:nvSpPr>
        <p:spPr>
          <a:xfrm>
            <a:off x="77431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8"/>
          <p:cNvSpPr/>
          <p:nvPr/>
        </p:nvSpPr>
        <p:spPr>
          <a:xfrm>
            <a:off x="817108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18"/>
          <p:cNvSpPr/>
          <p:nvPr/>
        </p:nvSpPr>
        <p:spPr>
          <a:xfrm>
            <a:off x="902696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18"/>
          <p:cNvSpPr/>
          <p:nvPr/>
        </p:nvSpPr>
        <p:spPr>
          <a:xfrm>
            <a:off x="945490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8"/>
          <p:cNvSpPr/>
          <p:nvPr/>
        </p:nvSpPr>
        <p:spPr>
          <a:xfrm>
            <a:off x="98828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18"/>
          <p:cNvSpPr/>
          <p:nvPr/>
        </p:nvSpPr>
        <p:spPr>
          <a:xfrm>
            <a:off x="1073871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18"/>
          <p:cNvSpPr/>
          <p:nvPr/>
        </p:nvSpPr>
        <p:spPr>
          <a:xfrm>
            <a:off x="1116665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18"/>
          <p:cNvSpPr/>
          <p:nvPr/>
        </p:nvSpPr>
        <p:spPr>
          <a:xfrm>
            <a:off x="73152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8"/>
          <p:cNvSpPr/>
          <p:nvPr/>
        </p:nvSpPr>
        <p:spPr>
          <a:xfrm>
            <a:off x="77431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8"/>
          <p:cNvSpPr/>
          <p:nvPr/>
        </p:nvSpPr>
        <p:spPr>
          <a:xfrm>
            <a:off x="817108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18"/>
          <p:cNvSpPr/>
          <p:nvPr/>
        </p:nvSpPr>
        <p:spPr>
          <a:xfrm>
            <a:off x="859902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18"/>
          <p:cNvSpPr/>
          <p:nvPr/>
        </p:nvSpPr>
        <p:spPr>
          <a:xfrm>
            <a:off x="902696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8"/>
          <p:cNvSpPr/>
          <p:nvPr/>
        </p:nvSpPr>
        <p:spPr>
          <a:xfrm>
            <a:off x="94549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8"/>
          <p:cNvSpPr/>
          <p:nvPr/>
        </p:nvSpPr>
        <p:spPr>
          <a:xfrm>
            <a:off x="98828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18"/>
          <p:cNvSpPr/>
          <p:nvPr/>
        </p:nvSpPr>
        <p:spPr>
          <a:xfrm>
            <a:off x="1031077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8"/>
          <p:cNvSpPr/>
          <p:nvPr/>
        </p:nvSpPr>
        <p:spPr>
          <a:xfrm>
            <a:off x="1073871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8"/>
          <p:cNvSpPr/>
          <p:nvPr/>
        </p:nvSpPr>
        <p:spPr>
          <a:xfrm>
            <a:off x="1116665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8"/>
          <p:cNvSpPr/>
          <p:nvPr/>
        </p:nvSpPr>
        <p:spPr>
          <a:xfrm>
            <a:off x="1159459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18"/>
          <p:cNvSpPr/>
          <p:nvPr/>
        </p:nvSpPr>
        <p:spPr>
          <a:xfrm>
            <a:off x="73152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8"/>
          <p:cNvSpPr/>
          <p:nvPr/>
        </p:nvSpPr>
        <p:spPr>
          <a:xfrm>
            <a:off x="817108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8"/>
          <p:cNvSpPr/>
          <p:nvPr/>
        </p:nvSpPr>
        <p:spPr>
          <a:xfrm>
            <a:off x="859902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18"/>
          <p:cNvSpPr/>
          <p:nvPr/>
        </p:nvSpPr>
        <p:spPr>
          <a:xfrm>
            <a:off x="902696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18"/>
          <p:cNvSpPr/>
          <p:nvPr/>
        </p:nvSpPr>
        <p:spPr>
          <a:xfrm>
            <a:off x="94549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18"/>
          <p:cNvSpPr/>
          <p:nvPr/>
        </p:nvSpPr>
        <p:spPr>
          <a:xfrm>
            <a:off x="988284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8"/>
          <p:cNvSpPr/>
          <p:nvPr/>
        </p:nvSpPr>
        <p:spPr>
          <a:xfrm>
            <a:off x="1031077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8"/>
          <p:cNvSpPr/>
          <p:nvPr/>
        </p:nvSpPr>
        <p:spPr>
          <a:xfrm>
            <a:off x="1073871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18"/>
          <p:cNvSpPr/>
          <p:nvPr/>
        </p:nvSpPr>
        <p:spPr>
          <a:xfrm>
            <a:off x="1159459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18"/>
          <p:cNvSpPr/>
          <p:nvPr/>
        </p:nvSpPr>
        <p:spPr>
          <a:xfrm>
            <a:off x="731520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18"/>
          <p:cNvSpPr/>
          <p:nvPr/>
        </p:nvSpPr>
        <p:spPr>
          <a:xfrm>
            <a:off x="817108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18"/>
          <p:cNvSpPr/>
          <p:nvPr/>
        </p:nvSpPr>
        <p:spPr>
          <a:xfrm>
            <a:off x="1073871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18"/>
          <p:cNvSpPr/>
          <p:nvPr/>
        </p:nvSpPr>
        <p:spPr>
          <a:xfrm>
            <a:off x="1159459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18"/>
          <p:cNvSpPr/>
          <p:nvPr/>
        </p:nvSpPr>
        <p:spPr>
          <a:xfrm>
            <a:off x="859902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18"/>
          <p:cNvSpPr/>
          <p:nvPr/>
        </p:nvSpPr>
        <p:spPr>
          <a:xfrm>
            <a:off x="902696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18"/>
          <p:cNvSpPr/>
          <p:nvPr/>
        </p:nvSpPr>
        <p:spPr>
          <a:xfrm>
            <a:off x="988284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18"/>
          <p:cNvSpPr/>
          <p:nvPr/>
        </p:nvSpPr>
        <p:spPr>
          <a:xfrm>
            <a:off x="1031077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18"/>
          <p:cNvSpPr/>
          <p:nvPr/>
        </p:nvSpPr>
        <p:spPr>
          <a:xfrm>
            <a:off x="2188708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8"/>
          <p:cNvSpPr/>
          <p:nvPr/>
        </p:nvSpPr>
        <p:spPr>
          <a:xfrm>
            <a:off x="2445471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18"/>
          <p:cNvSpPr/>
          <p:nvPr/>
        </p:nvSpPr>
        <p:spPr>
          <a:xfrm>
            <a:off x="2231502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18"/>
          <p:cNvSpPr/>
          <p:nvPr/>
        </p:nvSpPr>
        <p:spPr>
          <a:xfrm>
            <a:off x="2402677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18"/>
          <p:cNvSpPr/>
          <p:nvPr/>
        </p:nvSpPr>
        <p:spPr>
          <a:xfrm>
            <a:off x="2188708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18"/>
          <p:cNvSpPr/>
          <p:nvPr/>
        </p:nvSpPr>
        <p:spPr>
          <a:xfrm>
            <a:off x="2231502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8"/>
          <p:cNvSpPr/>
          <p:nvPr/>
        </p:nvSpPr>
        <p:spPr>
          <a:xfrm>
            <a:off x="2274296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18"/>
          <p:cNvSpPr/>
          <p:nvPr/>
        </p:nvSpPr>
        <p:spPr>
          <a:xfrm>
            <a:off x="2317090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18"/>
          <p:cNvSpPr/>
          <p:nvPr/>
        </p:nvSpPr>
        <p:spPr>
          <a:xfrm>
            <a:off x="2359884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18"/>
          <p:cNvSpPr/>
          <p:nvPr/>
        </p:nvSpPr>
        <p:spPr>
          <a:xfrm>
            <a:off x="2402677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18"/>
          <p:cNvSpPr/>
          <p:nvPr/>
        </p:nvSpPr>
        <p:spPr>
          <a:xfrm>
            <a:off x="2445471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18"/>
          <p:cNvSpPr/>
          <p:nvPr/>
        </p:nvSpPr>
        <p:spPr>
          <a:xfrm>
            <a:off x="214591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18"/>
          <p:cNvSpPr/>
          <p:nvPr/>
        </p:nvSpPr>
        <p:spPr>
          <a:xfrm>
            <a:off x="2188708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18"/>
          <p:cNvSpPr/>
          <p:nvPr/>
        </p:nvSpPr>
        <p:spPr>
          <a:xfrm>
            <a:off x="2274296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18"/>
          <p:cNvSpPr/>
          <p:nvPr/>
        </p:nvSpPr>
        <p:spPr>
          <a:xfrm>
            <a:off x="2317090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18"/>
          <p:cNvSpPr/>
          <p:nvPr/>
        </p:nvSpPr>
        <p:spPr>
          <a:xfrm>
            <a:off x="235988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18"/>
          <p:cNvSpPr/>
          <p:nvPr/>
        </p:nvSpPr>
        <p:spPr>
          <a:xfrm>
            <a:off x="2445471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18"/>
          <p:cNvSpPr/>
          <p:nvPr/>
        </p:nvSpPr>
        <p:spPr>
          <a:xfrm>
            <a:off x="2488265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8"/>
          <p:cNvSpPr/>
          <p:nvPr/>
        </p:nvSpPr>
        <p:spPr>
          <a:xfrm>
            <a:off x="210312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18"/>
          <p:cNvSpPr/>
          <p:nvPr/>
        </p:nvSpPr>
        <p:spPr>
          <a:xfrm>
            <a:off x="214591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18"/>
          <p:cNvSpPr/>
          <p:nvPr/>
        </p:nvSpPr>
        <p:spPr>
          <a:xfrm>
            <a:off x="2188708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18"/>
          <p:cNvSpPr/>
          <p:nvPr/>
        </p:nvSpPr>
        <p:spPr>
          <a:xfrm>
            <a:off x="2231502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18"/>
          <p:cNvSpPr/>
          <p:nvPr/>
        </p:nvSpPr>
        <p:spPr>
          <a:xfrm>
            <a:off x="2274296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18"/>
          <p:cNvSpPr/>
          <p:nvPr/>
        </p:nvSpPr>
        <p:spPr>
          <a:xfrm>
            <a:off x="231709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8"/>
          <p:cNvSpPr/>
          <p:nvPr/>
        </p:nvSpPr>
        <p:spPr>
          <a:xfrm>
            <a:off x="235988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8"/>
          <p:cNvSpPr/>
          <p:nvPr/>
        </p:nvSpPr>
        <p:spPr>
          <a:xfrm>
            <a:off x="2402677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18"/>
          <p:cNvSpPr/>
          <p:nvPr/>
        </p:nvSpPr>
        <p:spPr>
          <a:xfrm>
            <a:off x="2445471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18"/>
          <p:cNvSpPr/>
          <p:nvPr/>
        </p:nvSpPr>
        <p:spPr>
          <a:xfrm>
            <a:off x="2488265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8"/>
          <p:cNvSpPr/>
          <p:nvPr/>
        </p:nvSpPr>
        <p:spPr>
          <a:xfrm>
            <a:off x="2531059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18"/>
          <p:cNvSpPr/>
          <p:nvPr/>
        </p:nvSpPr>
        <p:spPr>
          <a:xfrm>
            <a:off x="210312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18"/>
          <p:cNvSpPr/>
          <p:nvPr/>
        </p:nvSpPr>
        <p:spPr>
          <a:xfrm>
            <a:off x="2188708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18"/>
          <p:cNvSpPr/>
          <p:nvPr/>
        </p:nvSpPr>
        <p:spPr>
          <a:xfrm>
            <a:off x="2231502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18"/>
          <p:cNvSpPr/>
          <p:nvPr/>
        </p:nvSpPr>
        <p:spPr>
          <a:xfrm>
            <a:off x="2274296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18"/>
          <p:cNvSpPr/>
          <p:nvPr/>
        </p:nvSpPr>
        <p:spPr>
          <a:xfrm>
            <a:off x="231709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18"/>
          <p:cNvSpPr/>
          <p:nvPr/>
        </p:nvSpPr>
        <p:spPr>
          <a:xfrm>
            <a:off x="2359884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18"/>
          <p:cNvSpPr/>
          <p:nvPr/>
        </p:nvSpPr>
        <p:spPr>
          <a:xfrm>
            <a:off x="2402677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18"/>
          <p:cNvSpPr/>
          <p:nvPr/>
        </p:nvSpPr>
        <p:spPr>
          <a:xfrm>
            <a:off x="2445471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18"/>
          <p:cNvSpPr/>
          <p:nvPr/>
        </p:nvSpPr>
        <p:spPr>
          <a:xfrm>
            <a:off x="2531059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18"/>
          <p:cNvSpPr/>
          <p:nvPr/>
        </p:nvSpPr>
        <p:spPr>
          <a:xfrm>
            <a:off x="2103120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18"/>
          <p:cNvSpPr/>
          <p:nvPr/>
        </p:nvSpPr>
        <p:spPr>
          <a:xfrm>
            <a:off x="2188708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18"/>
          <p:cNvSpPr/>
          <p:nvPr/>
        </p:nvSpPr>
        <p:spPr>
          <a:xfrm>
            <a:off x="2445471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18"/>
          <p:cNvSpPr/>
          <p:nvPr/>
        </p:nvSpPr>
        <p:spPr>
          <a:xfrm>
            <a:off x="2531059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18"/>
          <p:cNvSpPr/>
          <p:nvPr/>
        </p:nvSpPr>
        <p:spPr>
          <a:xfrm>
            <a:off x="2231502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18"/>
          <p:cNvSpPr/>
          <p:nvPr/>
        </p:nvSpPr>
        <p:spPr>
          <a:xfrm>
            <a:off x="2274296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18"/>
          <p:cNvSpPr/>
          <p:nvPr/>
        </p:nvSpPr>
        <p:spPr>
          <a:xfrm>
            <a:off x="2359884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18"/>
          <p:cNvSpPr/>
          <p:nvPr/>
        </p:nvSpPr>
        <p:spPr>
          <a:xfrm>
            <a:off x="2402677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18"/>
          <p:cNvSpPr/>
          <p:nvPr/>
        </p:nvSpPr>
        <p:spPr>
          <a:xfrm>
            <a:off x="3560308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18"/>
          <p:cNvSpPr/>
          <p:nvPr/>
        </p:nvSpPr>
        <p:spPr>
          <a:xfrm>
            <a:off x="3817071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18"/>
          <p:cNvSpPr/>
          <p:nvPr/>
        </p:nvSpPr>
        <p:spPr>
          <a:xfrm>
            <a:off x="3603102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18"/>
          <p:cNvSpPr/>
          <p:nvPr/>
        </p:nvSpPr>
        <p:spPr>
          <a:xfrm>
            <a:off x="3774277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18"/>
          <p:cNvSpPr/>
          <p:nvPr/>
        </p:nvSpPr>
        <p:spPr>
          <a:xfrm>
            <a:off x="3560308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18"/>
          <p:cNvSpPr/>
          <p:nvPr/>
        </p:nvSpPr>
        <p:spPr>
          <a:xfrm>
            <a:off x="3603102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18"/>
          <p:cNvSpPr/>
          <p:nvPr/>
        </p:nvSpPr>
        <p:spPr>
          <a:xfrm>
            <a:off x="3645896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18"/>
          <p:cNvSpPr/>
          <p:nvPr/>
        </p:nvSpPr>
        <p:spPr>
          <a:xfrm>
            <a:off x="3688690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18"/>
          <p:cNvSpPr/>
          <p:nvPr/>
        </p:nvSpPr>
        <p:spPr>
          <a:xfrm>
            <a:off x="3731484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18"/>
          <p:cNvSpPr/>
          <p:nvPr/>
        </p:nvSpPr>
        <p:spPr>
          <a:xfrm>
            <a:off x="3774277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18"/>
          <p:cNvSpPr/>
          <p:nvPr/>
        </p:nvSpPr>
        <p:spPr>
          <a:xfrm>
            <a:off x="3817071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18"/>
          <p:cNvSpPr/>
          <p:nvPr/>
        </p:nvSpPr>
        <p:spPr>
          <a:xfrm>
            <a:off x="351751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18"/>
          <p:cNvSpPr/>
          <p:nvPr/>
        </p:nvSpPr>
        <p:spPr>
          <a:xfrm>
            <a:off x="3560308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18"/>
          <p:cNvSpPr/>
          <p:nvPr/>
        </p:nvSpPr>
        <p:spPr>
          <a:xfrm>
            <a:off x="3645896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18"/>
          <p:cNvSpPr/>
          <p:nvPr/>
        </p:nvSpPr>
        <p:spPr>
          <a:xfrm>
            <a:off x="3688690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18"/>
          <p:cNvSpPr/>
          <p:nvPr/>
        </p:nvSpPr>
        <p:spPr>
          <a:xfrm>
            <a:off x="373148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18"/>
          <p:cNvSpPr/>
          <p:nvPr/>
        </p:nvSpPr>
        <p:spPr>
          <a:xfrm>
            <a:off x="3817071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18"/>
          <p:cNvSpPr/>
          <p:nvPr/>
        </p:nvSpPr>
        <p:spPr>
          <a:xfrm>
            <a:off x="3859865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18"/>
          <p:cNvSpPr/>
          <p:nvPr/>
        </p:nvSpPr>
        <p:spPr>
          <a:xfrm>
            <a:off x="347472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18"/>
          <p:cNvSpPr/>
          <p:nvPr/>
        </p:nvSpPr>
        <p:spPr>
          <a:xfrm>
            <a:off x="351751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18"/>
          <p:cNvSpPr/>
          <p:nvPr/>
        </p:nvSpPr>
        <p:spPr>
          <a:xfrm>
            <a:off x="3560308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18"/>
          <p:cNvSpPr/>
          <p:nvPr/>
        </p:nvSpPr>
        <p:spPr>
          <a:xfrm>
            <a:off x="3603102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18"/>
          <p:cNvSpPr/>
          <p:nvPr/>
        </p:nvSpPr>
        <p:spPr>
          <a:xfrm>
            <a:off x="3645896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18"/>
          <p:cNvSpPr/>
          <p:nvPr/>
        </p:nvSpPr>
        <p:spPr>
          <a:xfrm>
            <a:off x="368869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18"/>
          <p:cNvSpPr/>
          <p:nvPr/>
        </p:nvSpPr>
        <p:spPr>
          <a:xfrm>
            <a:off x="373148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18"/>
          <p:cNvSpPr/>
          <p:nvPr/>
        </p:nvSpPr>
        <p:spPr>
          <a:xfrm>
            <a:off x="3774277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18"/>
          <p:cNvSpPr/>
          <p:nvPr/>
        </p:nvSpPr>
        <p:spPr>
          <a:xfrm>
            <a:off x="3817071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18"/>
          <p:cNvSpPr/>
          <p:nvPr/>
        </p:nvSpPr>
        <p:spPr>
          <a:xfrm>
            <a:off x="3859865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18"/>
          <p:cNvSpPr/>
          <p:nvPr/>
        </p:nvSpPr>
        <p:spPr>
          <a:xfrm>
            <a:off x="3902659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18"/>
          <p:cNvSpPr/>
          <p:nvPr/>
        </p:nvSpPr>
        <p:spPr>
          <a:xfrm>
            <a:off x="347472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18"/>
          <p:cNvSpPr/>
          <p:nvPr/>
        </p:nvSpPr>
        <p:spPr>
          <a:xfrm>
            <a:off x="3560308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18"/>
          <p:cNvSpPr/>
          <p:nvPr/>
        </p:nvSpPr>
        <p:spPr>
          <a:xfrm>
            <a:off x="3603102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18"/>
          <p:cNvSpPr/>
          <p:nvPr/>
        </p:nvSpPr>
        <p:spPr>
          <a:xfrm>
            <a:off x="3645896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18"/>
          <p:cNvSpPr/>
          <p:nvPr/>
        </p:nvSpPr>
        <p:spPr>
          <a:xfrm>
            <a:off x="368869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18"/>
          <p:cNvSpPr/>
          <p:nvPr/>
        </p:nvSpPr>
        <p:spPr>
          <a:xfrm>
            <a:off x="3731484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18"/>
          <p:cNvSpPr/>
          <p:nvPr/>
        </p:nvSpPr>
        <p:spPr>
          <a:xfrm>
            <a:off x="3774277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18"/>
          <p:cNvSpPr/>
          <p:nvPr/>
        </p:nvSpPr>
        <p:spPr>
          <a:xfrm>
            <a:off x="3817071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18"/>
          <p:cNvSpPr/>
          <p:nvPr/>
        </p:nvSpPr>
        <p:spPr>
          <a:xfrm>
            <a:off x="3902659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18"/>
          <p:cNvSpPr/>
          <p:nvPr/>
        </p:nvSpPr>
        <p:spPr>
          <a:xfrm>
            <a:off x="3474720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18"/>
          <p:cNvSpPr/>
          <p:nvPr/>
        </p:nvSpPr>
        <p:spPr>
          <a:xfrm>
            <a:off x="3560308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8"/>
          <p:cNvSpPr/>
          <p:nvPr/>
        </p:nvSpPr>
        <p:spPr>
          <a:xfrm>
            <a:off x="3817071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8"/>
          <p:cNvSpPr/>
          <p:nvPr/>
        </p:nvSpPr>
        <p:spPr>
          <a:xfrm>
            <a:off x="3902659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8"/>
          <p:cNvSpPr/>
          <p:nvPr/>
        </p:nvSpPr>
        <p:spPr>
          <a:xfrm>
            <a:off x="3603102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18"/>
          <p:cNvSpPr/>
          <p:nvPr/>
        </p:nvSpPr>
        <p:spPr>
          <a:xfrm>
            <a:off x="3645896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18"/>
          <p:cNvSpPr/>
          <p:nvPr/>
        </p:nvSpPr>
        <p:spPr>
          <a:xfrm>
            <a:off x="3731484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18"/>
          <p:cNvSpPr/>
          <p:nvPr/>
        </p:nvSpPr>
        <p:spPr>
          <a:xfrm>
            <a:off x="3774277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18"/>
          <p:cNvSpPr/>
          <p:nvPr/>
        </p:nvSpPr>
        <p:spPr>
          <a:xfrm>
            <a:off x="4931908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8"/>
          <p:cNvSpPr/>
          <p:nvPr/>
        </p:nvSpPr>
        <p:spPr>
          <a:xfrm>
            <a:off x="5188671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18"/>
          <p:cNvSpPr/>
          <p:nvPr/>
        </p:nvSpPr>
        <p:spPr>
          <a:xfrm>
            <a:off x="4974702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18"/>
          <p:cNvSpPr/>
          <p:nvPr/>
        </p:nvSpPr>
        <p:spPr>
          <a:xfrm>
            <a:off x="5145877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18"/>
          <p:cNvSpPr/>
          <p:nvPr/>
        </p:nvSpPr>
        <p:spPr>
          <a:xfrm>
            <a:off x="4931908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18"/>
          <p:cNvSpPr/>
          <p:nvPr/>
        </p:nvSpPr>
        <p:spPr>
          <a:xfrm>
            <a:off x="4974702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18"/>
          <p:cNvSpPr/>
          <p:nvPr/>
        </p:nvSpPr>
        <p:spPr>
          <a:xfrm>
            <a:off x="5017496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18"/>
          <p:cNvSpPr/>
          <p:nvPr/>
        </p:nvSpPr>
        <p:spPr>
          <a:xfrm>
            <a:off x="5060290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18"/>
          <p:cNvSpPr/>
          <p:nvPr/>
        </p:nvSpPr>
        <p:spPr>
          <a:xfrm>
            <a:off x="5103084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18"/>
          <p:cNvSpPr/>
          <p:nvPr/>
        </p:nvSpPr>
        <p:spPr>
          <a:xfrm>
            <a:off x="5145877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18"/>
          <p:cNvSpPr/>
          <p:nvPr/>
        </p:nvSpPr>
        <p:spPr>
          <a:xfrm>
            <a:off x="5188671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18"/>
          <p:cNvSpPr/>
          <p:nvPr/>
        </p:nvSpPr>
        <p:spPr>
          <a:xfrm>
            <a:off x="488911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18"/>
          <p:cNvSpPr/>
          <p:nvPr/>
        </p:nvSpPr>
        <p:spPr>
          <a:xfrm>
            <a:off x="4931908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18"/>
          <p:cNvSpPr/>
          <p:nvPr/>
        </p:nvSpPr>
        <p:spPr>
          <a:xfrm>
            <a:off x="5017496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18"/>
          <p:cNvSpPr/>
          <p:nvPr/>
        </p:nvSpPr>
        <p:spPr>
          <a:xfrm>
            <a:off x="5060290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8"/>
          <p:cNvSpPr/>
          <p:nvPr/>
        </p:nvSpPr>
        <p:spPr>
          <a:xfrm>
            <a:off x="510308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18"/>
          <p:cNvSpPr/>
          <p:nvPr/>
        </p:nvSpPr>
        <p:spPr>
          <a:xfrm>
            <a:off x="5188671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18"/>
          <p:cNvSpPr/>
          <p:nvPr/>
        </p:nvSpPr>
        <p:spPr>
          <a:xfrm>
            <a:off x="5231465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18"/>
          <p:cNvSpPr/>
          <p:nvPr/>
        </p:nvSpPr>
        <p:spPr>
          <a:xfrm>
            <a:off x="484632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18"/>
          <p:cNvSpPr/>
          <p:nvPr/>
        </p:nvSpPr>
        <p:spPr>
          <a:xfrm>
            <a:off x="488911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18"/>
          <p:cNvSpPr/>
          <p:nvPr/>
        </p:nvSpPr>
        <p:spPr>
          <a:xfrm>
            <a:off x="4931908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18"/>
          <p:cNvSpPr/>
          <p:nvPr/>
        </p:nvSpPr>
        <p:spPr>
          <a:xfrm>
            <a:off x="4974702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18"/>
          <p:cNvSpPr/>
          <p:nvPr/>
        </p:nvSpPr>
        <p:spPr>
          <a:xfrm>
            <a:off x="5017496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18"/>
          <p:cNvSpPr/>
          <p:nvPr/>
        </p:nvSpPr>
        <p:spPr>
          <a:xfrm>
            <a:off x="506029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8"/>
          <p:cNvSpPr/>
          <p:nvPr/>
        </p:nvSpPr>
        <p:spPr>
          <a:xfrm>
            <a:off x="510308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8"/>
          <p:cNvSpPr/>
          <p:nvPr/>
        </p:nvSpPr>
        <p:spPr>
          <a:xfrm>
            <a:off x="5145877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18"/>
          <p:cNvSpPr/>
          <p:nvPr/>
        </p:nvSpPr>
        <p:spPr>
          <a:xfrm>
            <a:off x="5188671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18"/>
          <p:cNvSpPr/>
          <p:nvPr/>
        </p:nvSpPr>
        <p:spPr>
          <a:xfrm>
            <a:off x="5231465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18"/>
          <p:cNvSpPr/>
          <p:nvPr/>
        </p:nvSpPr>
        <p:spPr>
          <a:xfrm>
            <a:off x="5274259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18"/>
          <p:cNvSpPr/>
          <p:nvPr/>
        </p:nvSpPr>
        <p:spPr>
          <a:xfrm>
            <a:off x="484632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8"/>
          <p:cNvSpPr/>
          <p:nvPr/>
        </p:nvSpPr>
        <p:spPr>
          <a:xfrm>
            <a:off x="4931908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18"/>
          <p:cNvSpPr/>
          <p:nvPr/>
        </p:nvSpPr>
        <p:spPr>
          <a:xfrm>
            <a:off x="4974702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18"/>
          <p:cNvSpPr/>
          <p:nvPr/>
        </p:nvSpPr>
        <p:spPr>
          <a:xfrm>
            <a:off x="5017496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8"/>
          <p:cNvSpPr/>
          <p:nvPr/>
        </p:nvSpPr>
        <p:spPr>
          <a:xfrm>
            <a:off x="506029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8"/>
          <p:cNvSpPr/>
          <p:nvPr/>
        </p:nvSpPr>
        <p:spPr>
          <a:xfrm>
            <a:off x="5103084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8"/>
          <p:cNvSpPr/>
          <p:nvPr/>
        </p:nvSpPr>
        <p:spPr>
          <a:xfrm>
            <a:off x="5145877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18"/>
          <p:cNvSpPr/>
          <p:nvPr/>
        </p:nvSpPr>
        <p:spPr>
          <a:xfrm>
            <a:off x="5188671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18"/>
          <p:cNvSpPr/>
          <p:nvPr/>
        </p:nvSpPr>
        <p:spPr>
          <a:xfrm>
            <a:off x="5274259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18"/>
          <p:cNvSpPr/>
          <p:nvPr/>
        </p:nvSpPr>
        <p:spPr>
          <a:xfrm>
            <a:off x="4846320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18"/>
          <p:cNvSpPr/>
          <p:nvPr/>
        </p:nvSpPr>
        <p:spPr>
          <a:xfrm>
            <a:off x="4931908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18"/>
          <p:cNvSpPr/>
          <p:nvPr/>
        </p:nvSpPr>
        <p:spPr>
          <a:xfrm>
            <a:off x="5188671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8"/>
          <p:cNvSpPr/>
          <p:nvPr/>
        </p:nvSpPr>
        <p:spPr>
          <a:xfrm>
            <a:off x="5274259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8"/>
          <p:cNvSpPr/>
          <p:nvPr/>
        </p:nvSpPr>
        <p:spPr>
          <a:xfrm>
            <a:off x="4974702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8"/>
          <p:cNvSpPr/>
          <p:nvPr/>
        </p:nvSpPr>
        <p:spPr>
          <a:xfrm>
            <a:off x="5017496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8"/>
          <p:cNvSpPr/>
          <p:nvPr/>
        </p:nvSpPr>
        <p:spPr>
          <a:xfrm>
            <a:off x="5103084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18"/>
          <p:cNvSpPr/>
          <p:nvPr/>
        </p:nvSpPr>
        <p:spPr>
          <a:xfrm>
            <a:off x="5145877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8"/>
          <p:cNvSpPr/>
          <p:nvPr/>
        </p:nvSpPr>
        <p:spPr>
          <a:xfrm>
            <a:off x="6303508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18"/>
          <p:cNvSpPr/>
          <p:nvPr/>
        </p:nvSpPr>
        <p:spPr>
          <a:xfrm>
            <a:off x="6560271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18"/>
          <p:cNvSpPr/>
          <p:nvPr/>
        </p:nvSpPr>
        <p:spPr>
          <a:xfrm>
            <a:off x="6346302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8"/>
          <p:cNvSpPr/>
          <p:nvPr/>
        </p:nvSpPr>
        <p:spPr>
          <a:xfrm>
            <a:off x="6517477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18"/>
          <p:cNvSpPr/>
          <p:nvPr/>
        </p:nvSpPr>
        <p:spPr>
          <a:xfrm>
            <a:off x="6303508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18"/>
          <p:cNvSpPr/>
          <p:nvPr/>
        </p:nvSpPr>
        <p:spPr>
          <a:xfrm>
            <a:off x="6346302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8"/>
          <p:cNvSpPr/>
          <p:nvPr/>
        </p:nvSpPr>
        <p:spPr>
          <a:xfrm>
            <a:off x="6389096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18"/>
          <p:cNvSpPr/>
          <p:nvPr/>
        </p:nvSpPr>
        <p:spPr>
          <a:xfrm>
            <a:off x="6431890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18"/>
          <p:cNvSpPr/>
          <p:nvPr/>
        </p:nvSpPr>
        <p:spPr>
          <a:xfrm>
            <a:off x="6474684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8"/>
          <p:cNvSpPr/>
          <p:nvPr/>
        </p:nvSpPr>
        <p:spPr>
          <a:xfrm>
            <a:off x="6517477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18"/>
          <p:cNvSpPr/>
          <p:nvPr/>
        </p:nvSpPr>
        <p:spPr>
          <a:xfrm>
            <a:off x="6560271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18"/>
          <p:cNvSpPr/>
          <p:nvPr/>
        </p:nvSpPr>
        <p:spPr>
          <a:xfrm>
            <a:off x="626071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8"/>
          <p:cNvSpPr/>
          <p:nvPr/>
        </p:nvSpPr>
        <p:spPr>
          <a:xfrm>
            <a:off x="6303508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18"/>
          <p:cNvSpPr/>
          <p:nvPr/>
        </p:nvSpPr>
        <p:spPr>
          <a:xfrm>
            <a:off x="6389096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18"/>
          <p:cNvSpPr/>
          <p:nvPr/>
        </p:nvSpPr>
        <p:spPr>
          <a:xfrm>
            <a:off x="6431890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8"/>
          <p:cNvSpPr/>
          <p:nvPr/>
        </p:nvSpPr>
        <p:spPr>
          <a:xfrm>
            <a:off x="647468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18"/>
          <p:cNvSpPr/>
          <p:nvPr/>
        </p:nvSpPr>
        <p:spPr>
          <a:xfrm>
            <a:off x="6560271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18"/>
          <p:cNvSpPr/>
          <p:nvPr/>
        </p:nvSpPr>
        <p:spPr>
          <a:xfrm>
            <a:off x="6603065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8"/>
          <p:cNvSpPr/>
          <p:nvPr/>
        </p:nvSpPr>
        <p:spPr>
          <a:xfrm>
            <a:off x="621792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18"/>
          <p:cNvSpPr/>
          <p:nvPr/>
        </p:nvSpPr>
        <p:spPr>
          <a:xfrm>
            <a:off x="626071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18"/>
          <p:cNvSpPr/>
          <p:nvPr/>
        </p:nvSpPr>
        <p:spPr>
          <a:xfrm>
            <a:off x="6303508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18"/>
          <p:cNvSpPr/>
          <p:nvPr/>
        </p:nvSpPr>
        <p:spPr>
          <a:xfrm>
            <a:off x="6346302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18"/>
          <p:cNvSpPr/>
          <p:nvPr/>
        </p:nvSpPr>
        <p:spPr>
          <a:xfrm>
            <a:off x="6389096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18"/>
          <p:cNvSpPr/>
          <p:nvPr/>
        </p:nvSpPr>
        <p:spPr>
          <a:xfrm>
            <a:off x="643189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18"/>
          <p:cNvSpPr/>
          <p:nvPr/>
        </p:nvSpPr>
        <p:spPr>
          <a:xfrm>
            <a:off x="647468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18"/>
          <p:cNvSpPr/>
          <p:nvPr/>
        </p:nvSpPr>
        <p:spPr>
          <a:xfrm>
            <a:off x="6517477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18"/>
          <p:cNvSpPr/>
          <p:nvPr/>
        </p:nvSpPr>
        <p:spPr>
          <a:xfrm>
            <a:off x="6560271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8"/>
          <p:cNvSpPr/>
          <p:nvPr/>
        </p:nvSpPr>
        <p:spPr>
          <a:xfrm>
            <a:off x="6603065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18"/>
          <p:cNvSpPr/>
          <p:nvPr/>
        </p:nvSpPr>
        <p:spPr>
          <a:xfrm>
            <a:off x="6645859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18"/>
          <p:cNvSpPr/>
          <p:nvPr/>
        </p:nvSpPr>
        <p:spPr>
          <a:xfrm>
            <a:off x="621792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18"/>
          <p:cNvSpPr/>
          <p:nvPr/>
        </p:nvSpPr>
        <p:spPr>
          <a:xfrm>
            <a:off x="6303508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18"/>
          <p:cNvSpPr/>
          <p:nvPr/>
        </p:nvSpPr>
        <p:spPr>
          <a:xfrm>
            <a:off x="6346302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18"/>
          <p:cNvSpPr/>
          <p:nvPr/>
        </p:nvSpPr>
        <p:spPr>
          <a:xfrm>
            <a:off x="6389096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18"/>
          <p:cNvSpPr/>
          <p:nvPr/>
        </p:nvSpPr>
        <p:spPr>
          <a:xfrm>
            <a:off x="643189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18"/>
          <p:cNvSpPr/>
          <p:nvPr/>
        </p:nvSpPr>
        <p:spPr>
          <a:xfrm>
            <a:off x="6474684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18"/>
          <p:cNvSpPr/>
          <p:nvPr/>
        </p:nvSpPr>
        <p:spPr>
          <a:xfrm>
            <a:off x="6517477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18"/>
          <p:cNvSpPr/>
          <p:nvPr/>
        </p:nvSpPr>
        <p:spPr>
          <a:xfrm>
            <a:off x="6560271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18"/>
          <p:cNvSpPr/>
          <p:nvPr/>
        </p:nvSpPr>
        <p:spPr>
          <a:xfrm>
            <a:off x="6645859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18"/>
          <p:cNvSpPr/>
          <p:nvPr/>
        </p:nvSpPr>
        <p:spPr>
          <a:xfrm>
            <a:off x="6217920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18"/>
          <p:cNvSpPr/>
          <p:nvPr/>
        </p:nvSpPr>
        <p:spPr>
          <a:xfrm>
            <a:off x="6303508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18"/>
          <p:cNvSpPr/>
          <p:nvPr/>
        </p:nvSpPr>
        <p:spPr>
          <a:xfrm>
            <a:off x="6560271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18"/>
          <p:cNvSpPr/>
          <p:nvPr/>
        </p:nvSpPr>
        <p:spPr>
          <a:xfrm>
            <a:off x="6645859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18"/>
          <p:cNvSpPr/>
          <p:nvPr/>
        </p:nvSpPr>
        <p:spPr>
          <a:xfrm>
            <a:off x="6346302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18"/>
          <p:cNvSpPr/>
          <p:nvPr/>
        </p:nvSpPr>
        <p:spPr>
          <a:xfrm>
            <a:off x="6389096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18"/>
          <p:cNvSpPr/>
          <p:nvPr/>
        </p:nvSpPr>
        <p:spPr>
          <a:xfrm>
            <a:off x="6474684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8"/>
          <p:cNvSpPr/>
          <p:nvPr/>
        </p:nvSpPr>
        <p:spPr>
          <a:xfrm>
            <a:off x="6517477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18"/>
          <p:cNvSpPr/>
          <p:nvPr/>
        </p:nvSpPr>
        <p:spPr>
          <a:xfrm>
            <a:off x="7675108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18"/>
          <p:cNvSpPr/>
          <p:nvPr/>
        </p:nvSpPr>
        <p:spPr>
          <a:xfrm>
            <a:off x="7931871" y="137160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18"/>
          <p:cNvSpPr/>
          <p:nvPr/>
        </p:nvSpPr>
        <p:spPr>
          <a:xfrm>
            <a:off x="7717902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18"/>
          <p:cNvSpPr/>
          <p:nvPr/>
        </p:nvSpPr>
        <p:spPr>
          <a:xfrm>
            <a:off x="7889077" y="141439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18"/>
          <p:cNvSpPr/>
          <p:nvPr/>
        </p:nvSpPr>
        <p:spPr>
          <a:xfrm>
            <a:off x="7675108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18"/>
          <p:cNvSpPr/>
          <p:nvPr/>
        </p:nvSpPr>
        <p:spPr>
          <a:xfrm>
            <a:off x="7717902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18"/>
          <p:cNvSpPr/>
          <p:nvPr/>
        </p:nvSpPr>
        <p:spPr>
          <a:xfrm>
            <a:off x="7760696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18"/>
          <p:cNvSpPr/>
          <p:nvPr/>
        </p:nvSpPr>
        <p:spPr>
          <a:xfrm>
            <a:off x="7803490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18"/>
          <p:cNvSpPr/>
          <p:nvPr/>
        </p:nvSpPr>
        <p:spPr>
          <a:xfrm>
            <a:off x="7846284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18"/>
          <p:cNvSpPr/>
          <p:nvPr/>
        </p:nvSpPr>
        <p:spPr>
          <a:xfrm>
            <a:off x="7889077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18"/>
          <p:cNvSpPr/>
          <p:nvPr/>
        </p:nvSpPr>
        <p:spPr>
          <a:xfrm>
            <a:off x="7931871" y="1457188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18"/>
          <p:cNvSpPr/>
          <p:nvPr/>
        </p:nvSpPr>
        <p:spPr>
          <a:xfrm>
            <a:off x="763231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18"/>
          <p:cNvSpPr/>
          <p:nvPr/>
        </p:nvSpPr>
        <p:spPr>
          <a:xfrm>
            <a:off x="7675108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18"/>
          <p:cNvSpPr/>
          <p:nvPr/>
        </p:nvSpPr>
        <p:spPr>
          <a:xfrm>
            <a:off x="7760696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18"/>
          <p:cNvSpPr/>
          <p:nvPr/>
        </p:nvSpPr>
        <p:spPr>
          <a:xfrm>
            <a:off x="7803490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18"/>
          <p:cNvSpPr/>
          <p:nvPr/>
        </p:nvSpPr>
        <p:spPr>
          <a:xfrm>
            <a:off x="7846284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18"/>
          <p:cNvSpPr/>
          <p:nvPr/>
        </p:nvSpPr>
        <p:spPr>
          <a:xfrm>
            <a:off x="7931871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18"/>
          <p:cNvSpPr/>
          <p:nvPr/>
        </p:nvSpPr>
        <p:spPr>
          <a:xfrm>
            <a:off x="7974665" y="1499982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18"/>
          <p:cNvSpPr/>
          <p:nvPr/>
        </p:nvSpPr>
        <p:spPr>
          <a:xfrm>
            <a:off x="758952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18"/>
          <p:cNvSpPr/>
          <p:nvPr/>
        </p:nvSpPr>
        <p:spPr>
          <a:xfrm>
            <a:off x="763231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18"/>
          <p:cNvSpPr/>
          <p:nvPr/>
        </p:nvSpPr>
        <p:spPr>
          <a:xfrm>
            <a:off x="7675108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18"/>
          <p:cNvSpPr/>
          <p:nvPr/>
        </p:nvSpPr>
        <p:spPr>
          <a:xfrm>
            <a:off x="7717902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18"/>
          <p:cNvSpPr/>
          <p:nvPr/>
        </p:nvSpPr>
        <p:spPr>
          <a:xfrm>
            <a:off x="7760696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18"/>
          <p:cNvSpPr/>
          <p:nvPr/>
        </p:nvSpPr>
        <p:spPr>
          <a:xfrm>
            <a:off x="7803490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18"/>
          <p:cNvSpPr/>
          <p:nvPr/>
        </p:nvSpPr>
        <p:spPr>
          <a:xfrm>
            <a:off x="7846284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18"/>
          <p:cNvSpPr/>
          <p:nvPr/>
        </p:nvSpPr>
        <p:spPr>
          <a:xfrm>
            <a:off x="7889077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18"/>
          <p:cNvSpPr/>
          <p:nvPr/>
        </p:nvSpPr>
        <p:spPr>
          <a:xfrm>
            <a:off x="7931871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18"/>
          <p:cNvSpPr/>
          <p:nvPr/>
        </p:nvSpPr>
        <p:spPr>
          <a:xfrm>
            <a:off x="7974665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18"/>
          <p:cNvSpPr/>
          <p:nvPr/>
        </p:nvSpPr>
        <p:spPr>
          <a:xfrm>
            <a:off x="8017459" y="1542776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18"/>
          <p:cNvSpPr/>
          <p:nvPr/>
        </p:nvSpPr>
        <p:spPr>
          <a:xfrm>
            <a:off x="758952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18"/>
          <p:cNvSpPr/>
          <p:nvPr/>
        </p:nvSpPr>
        <p:spPr>
          <a:xfrm>
            <a:off x="7675108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18"/>
          <p:cNvSpPr/>
          <p:nvPr/>
        </p:nvSpPr>
        <p:spPr>
          <a:xfrm>
            <a:off x="7717902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18"/>
          <p:cNvSpPr/>
          <p:nvPr/>
        </p:nvSpPr>
        <p:spPr>
          <a:xfrm>
            <a:off x="7760696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18"/>
          <p:cNvSpPr/>
          <p:nvPr/>
        </p:nvSpPr>
        <p:spPr>
          <a:xfrm>
            <a:off x="7803490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18"/>
          <p:cNvSpPr/>
          <p:nvPr/>
        </p:nvSpPr>
        <p:spPr>
          <a:xfrm>
            <a:off x="7846284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18"/>
          <p:cNvSpPr/>
          <p:nvPr/>
        </p:nvSpPr>
        <p:spPr>
          <a:xfrm>
            <a:off x="7889077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18"/>
          <p:cNvSpPr/>
          <p:nvPr/>
        </p:nvSpPr>
        <p:spPr>
          <a:xfrm>
            <a:off x="7931871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18"/>
          <p:cNvSpPr/>
          <p:nvPr/>
        </p:nvSpPr>
        <p:spPr>
          <a:xfrm>
            <a:off x="8017459" y="1585570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18"/>
          <p:cNvSpPr/>
          <p:nvPr/>
        </p:nvSpPr>
        <p:spPr>
          <a:xfrm>
            <a:off x="7589520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8"/>
          <p:cNvSpPr/>
          <p:nvPr/>
        </p:nvSpPr>
        <p:spPr>
          <a:xfrm>
            <a:off x="7675108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8"/>
          <p:cNvSpPr/>
          <p:nvPr/>
        </p:nvSpPr>
        <p:spPr>
          <a:xfrm>
            <a:off x="7931871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18"/>
          <p:cNvSpPr/>
          <p:nvPr/>
        </p:nvSpPr>
        <p:spPr>
          <a:xfrm>
            <a:off x="8017459" y="1628364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18"/>
          <p:cNvSpPr/>
          <p:nvPr/>
        </p:nvSpPr>
        <p:spPr>
          <a:xfrm>
            <a:off x="7717902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18"/>
          <p:cNvSpPr/>
          <p:nvPr/>
        </p:nvSpPr>
        <p:spPr>
          <a:xfrm>
            <a:off x="7760696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18"/>
          <p:cNvSpPr/>
          <p:nvPr/>
        </p:nvSpPr>
        <p:spPr>
          <a:xfrm>
            <a:off x="7846284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18"/>
          <p:cNvSpPr/>
          <p:nvPr/>
        </p:nvSpPr>
        <p:spPr>
          <a:xfrm>
            <a:off x="7889077" y="1671157"/>
            <a:ext cx="40051" cy="40051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18"/>
          <p:cNvSpPr/>
          <p:nvPr/>
        </p:nvSpPr>
        <p:spPr>
          <a:xfrm>
            <a:off x="1828800" y="1828800"/>
            <a:ext cx="36759" cy="36759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18"/>
          <p:cNvSpPr/>
          <p:nvPr/>
        </p:nvSpPr>
        <p:spPr>
          <a:xfrm>
            <a:off x="1828800" y="1868302"/>
            <a:ext cx="36759" cy="36759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18"/>
          <p:cNvSpPr/>
          <p:nvPr/>
        </p:nvSpPr>
        <p:spPr>
          <a:xfrm>
            <a:off x="1828800" y="1907804"/>
            <a:ext cx="36759" cy="36759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18"/>
          <p:cNvSpPr/>
          <p:nvPr/>
        </p:nvSpPr>
        <p:spPr>
          <a:xfrm>
            <a:off x="5029200" y="1828800"/>
            <a:ext cx="36759" cy="36759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18"/>
          <p:cNvSpPr/>
          <p:nvPr/>
        </p:nvSpPr>
        <p:spPr>
          <a:xfrm>
            <a:off x="5029200" y="1868302"/>
            <a:ext cx="36759" cy="36759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8"/>
          <p:cNvSpPr/>
          <p:nvPr/>
        </p:nvSpPr>
        <p:spPr>
          <a:xfrm>
            <a:off x="5029200" y="1907804"/>
            <a:ext cx="36759" cy="36759"/>
          </a:xfrm>
          <a:prstGeom prst="rect">
            <a:avLst/>
          </a:prstGeom>
          <a:solidFill>
            <a:srgbClr val="FF17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18"/>
          <p:cNvSpPr/>
          <p:nvPr/>
        </p:nvSpPr>
        <p:spPr>
          <a:xfrm>
            <a:off x="456468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18"/>
          <p:cNvSpPr/>
          <p:nvPr/>
        </p:nvSpPr>
        <p:spPr>
          <a:xfrm>
            <a:off x="528889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18"/>
          <p:cNvSpPr/>
          <p:nvPr/>
        </p:nvSpPr>
        <p:spPr>
          <a:xfrm>
            <a:off x="601309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18"/>
          <p:cNvSpPr/>
          <p:nvPr/>
        </p:nvSpPr>
        <p:spPr>
          <a:xfrm>
            <a:off x="673730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18"/>
          <p:cNvSpPr/>
          <p:nvPr/>
        </p:nvSpPr>
        <p:spPr>
          <a:xfrm>
            <a:off x="746150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18"/>
          <p:cNvSpPr/>
          <p:nvPr/>
        </p:nvSpPr>
        <p:spPr>
          <a:xfrm>
            <a:off x="818571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18"/>
          <p:cNvSpPr/>
          <p:nvPr/>
        </p:nvSpPr>
        <p:spPr>
          <a:xfrm>
            <a:off x="890991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18"/>
          <p:cNvSpPr/>
          <p:nvPr/>
        </p:nvSpPr>
        <p:spPr>
          <a:xfrm>
            <a:off x="963412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18"/>
          <p:cNvSpPr/>
          <p:nvPr/>
        </p:nvSpPr>
        <p:spPr>
          <a:xfrm>
            <a:off x="1035832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8"/>
          <p:cNvSpPr/>
          <p:nvPr/>
        </p:nvSpPr>
        <p:spPr>
          <a:xfrm>
            <a:off x="1108253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18"/>
          <p:cNvSpPr/>
          <p:nvPr/>
        </p:nvSpPr>
        <p:spPr>
          <a:xfrm>
            <a:off x="384048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18"/>
          <p:cNvSpPr/>
          <p:nvPr/>
        </p:nvSpPr>
        <p:spPr>
          <a:xfrm>
            <a:off x="456468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18"/>
          <p:cNvSpPr/>
          <p:nvPr/>
        </p:nvSpPr>
        <p:spPr>
          <a:xfrm>
            <a:off x="528889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8"/>
          <p:cNvSpPr/>
          <p:nvPr/>
        </p:nvSpPr>
        <p:spPr>
          <a:xfrm>
            <a:off x="601309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18"/>
          <p:cNvSpPr/>
          <p:nvPr/>
        </p:nvSpPr>
        <p:spPr>
          <a:xfrm>
            <a:off x="673730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18"/>
          <p:cNvSpPr/>
          <p:nvPr/>
        </p:nvSpPr>
        <p:spPr>
          <a:xfrm>
            <a:off x="746150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18"/>
          <p:cNvSpPr/>
          <p:nvPr/>
        </p:nvSpPr>
        <p:spPr>
          <a:xfrm>
            <a:off x="818571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18"/>
          <p:cNvSpPr/>
          <p:nvPr/>
        </p:nvSpPr>
        <p:spPr>
          <a:xfrm>
            <a:off x="890991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18"/>
          <p:cNvSpPr/>
          <p:nvPr/>
        </p:nvSpPr>
        <p:spPr>
          <a:xfrm>
            <a:off x="963412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18"/>
          <p:cNvSpPr/>
          <p:nvPr/>
        </p:nvSpPr>
        <p:spPr>
          <a:xfrm>
            <a:off x="1035832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18"/>
          <p:cNvSpPr/>
          <p:nvPr/>
        </p:nvSpPr>
        <p:spPr>
          <a:xfrm>
            <a:off x="1108253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18"/>
          <p:cNvSpPr/>
          <p:nvPr/>
        </p:nvSpPr>
        <p:spPr>
          <a:xfrm>
            <a:off x="1180673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8"/>
          <p:cNvSpPr/>
          <p:nvPr/>
        </p:nvSpPr>
        <p:spPr>
          <a:xfrm>
            <a:off x="384048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8"/>
          <p:cNvSpPr/>
          <p:nvPr/>
        </p:nvSpPr>
        <p:spPr>
          <a:xfrm>
            <a:off x="456468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8"/>
          <p:cNvSpPr/>
          <p:nvPr/>
        </p:nvSpPr>
        <p:spPr>
          <a:xfrm>
            <a:off x="528889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18"/>
          <p:cNvSpPr/>
          <p:nvPr/>
        </p:nvSpPr>
        <p:spPr>
          <a:xfrm>
            <a:off x="601309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18"/>
          <p:cNvSpPr/>
          <p:nvPr/>
        </p:nvSpPr>
        <p:spPr>
          <a:xfrm>
            <a:off x="673730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8"/>
          <p:cNvSpPr/>
          <p:nvPr/>
        </p:nvSpPr>
        <p:spPr>
          <a:xfrm>
            <a:off x="746150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18"/>
          <p:cNvSpPr/>
          <p:nvPr/>
        </p:nvSpPr>
        <p:spPr>
          <a:xfrm>
            <a:off x="818571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18"/>
          <p:cNvSpPr/>
          <p:nvPr/>
        </p:nvSpPr>
        <p:spPr>
          <a:xfrm>
            <a:off x="890991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18"/>
          <p:cNvSpPr/>
          <p:nvPr/>
        </p:nvSpPr>
        <p:spPr>
          <a:xfrm>
            <a:off x="963412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18"/>
          <p:cNvSpPr/>
          <p:nvPr/>
        </p:nvSpPr>
        <p:spPr>
          <a:xfrm>
            <a:off x="1035832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18"/>
          <p:cNvSpPr/>
          <p:nvPr/>
        </p:nvSpPr>
        <p:spPr>
          <a:xfrm>
            <a:off x="1108253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18"/>
          <p:cNvSpPr/>
          <p:nvPr/>
        </p:nvSpPr>
        <p:spPr>
          <a:xfrm>
            <a:off x="1180673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18"/>
          <p:cNvSpPr/>
          <p:nvPr/>
        </p:nvSpPr>
        <p:spPr>
          <a:xfrm>
            <a:off x="384048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18"/>
          <p:cNvSpPr/>
          <p:nvPr/>
        </p:nvSpPr>
        <p:spPr>
          <a:xfrm>
            <a:off x="456468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18"/>
          <p:cNvSpPr/>
          <p:nvPr/>
        </p:nvSpPr>
        <p:spPr>
          <a:xfrm>
            <a:off x="528889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18"/>
          <p:cNvSpPr/>
          <p:nvPr/>
        </p:nvSpPr>
        <p:spPr>
          <a:xfrm>
            <a:off x="601309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18"/>
          <p:cNvSpPr/>
          <p:nvPr/>
        </p:nvSpPr>
        <p:spPr>
          <a:xfrm>
            <a:off x="673730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18"/>
          <p:cNvSpPr/>
          <p:nvPr/>
        </p:nvSpPr>
        <p:spPr>
          <a:xfrm>
            <a:off x="746150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18"/>
          <p:cNvSpPr/>
          <p:nvPr/>
        </p:nvSpPr>
        <p:spPr>
          <a:xfrm>
            <a:off x="818571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18"/>
          <p:cNvSpPr/>
          <p:nvPr/>
        </p:nvSpPr>
        <p:spPr>
          <a:xfrm>
            <a:off x="890991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18"/>
          <p:cNvSpPr/>
          <p:nvPr/>
        </p:nvSpPr>
        <p:spPr>
          <a:xfrm>
            <a:off x="963412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18"/>
          <p:cNvSpPr/>
          <p:nvPr/>
        </p:nvSpPr>
        <p:spPr>
          <a:xfrm>
            <a:off x="1035832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18"/>
          <p:cNvSpPr/>
          <p:nvPr/>
        </p:nvSpPr>
        <p:spPr>
          <a:xfrm>
            <a:off x="1108253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18"/>
          <p:cNvSpPr/>
          <p:nvPr/>
        </p:nvSpPr>
        <p:spPr>
          <a:xfrm>
            <a:off x="1180673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18"/>
          <p:cNvSpPr/>
          <p:nvPr/>
        </p:nvSpPr>
        <p:spPr>
          <a:xfrm>
            <a:off x="384048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18"/>
          <p:cNvSpPr/>
          <p:nvPr/>
        </p:nvSpPr>
        <p:spPr>
          <a:xfrm>
            <a:off x="456468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18"/>
          <p:cNvSpPr/>
          <p:nvPr/>
        </p:nvSpPr>
        <p:spPr>
          <a:xfrm>
            <a:off x="528889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18"/>
          <p:cNvSpPr/>
          <p:nvPr/>
        </p:nvSpPr>
        <p:spPr>
          <a:xfrm>
            <a:off x="601309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18"/>
          <p:cNvSpPr/>
          <p:nvPr/>
        </p:nvSpPr>
        <p:spPr>
          <a:xfrm>
            <a:off x="673730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18"/>
          <p:cNvSpPr/>
          <p:nvPr/>
        </p:nvSpPr>
        <p:spPr>
          <a:xfrm>
            <a:off x="746150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18"/>
          <p:cNvSpPr/>
          <p:nvPr/>
        </p:nvSpPr>
        <p:spPr>
          <a:xfrm>
            <a:off x="818571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18"/>
          <p:cNvSpPr/>
          <p:nvPr/>
        </p:nvSpPr>
        <p:spPr>
          <a:xfrm>
            <a:off x="890991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18"/>
          <p:cNvSpPr/>
          <p:nvPr/>
        </p:nvSpPr>
        <p:spPr>
          <a:xfrm>
            <a:off x="963412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18"/>
          <p:cNvSpPr/>
          <p:nvPr/>
        </p:nvSpPr>
        <p:spPr>
          <a:xfrm>
            <a:off x="1035832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18"/>
          <p:cNvSpPr/>
          <p:nvPr/>
        </p:nvSpPr>
        <p:spPr>
          <a:xfrm>
            <a:off x="1108253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18"/>
          <p:cNvSpPr/>
          <p:nvPr/>
        </p:nvSpPr>
        <p:spPr>
          <a:xfrm>
            <a:off x="1180673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18"/>
          <p:cNvSpPr/>
          <p:nvPr/>
        </p:nvSpPr>
        <p:spPr>
          <a:xfrm>
            <a:off x="384048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18"/>
          <p:cNvSpPr/>
          <p:nvPr/>
        </p:nvSpPr>
        <p:spPr>
          <a:xfrm>
            <a:off x="456468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18"/>
          <p:cNvSpPr/>
          <p:nvPr/>
        </p:nvSpPr>
        <p:spPr>
          <a:xfrm>
            <a:off x="528889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18"/>
          <p:cNvSpPr/>
          <p:nvPr/>
        </p:nvSpPr>
        <p:spPr>
          <a:xfrm>
            <a:off x="1035832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18"/>
          <p:cNvSpPr/>
          <p:nvPr/>
        </p:nvSpPr>
        <p:spPr>
          <a:xfrm>
            <a:off x="1108253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18"/>
          <p:cNvSpPr/>
          <p:nvPr/>
        </p:nvSpPr>
        <p:spPr>
          <a:xfrm>
            <a:off x="1180673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18"/>
          <p:cNvSpPr/>
          <p:nvPr/>
        </p:nvSpPr>
        <p:spPr>
          <a:xfrm>
            <a:off x="384048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18"/>
          <p:cNvSpPr/>
          <p:nvPr/>
        </p:nvSpPr>
        <p:spPr>
          <a:xfrm>
            <a:off x="456468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18"/>
          <p:cNvSpPr/>
          <p:nvPr/>
        </p:nvSpPr>
        <p:spPr>
          <a:xfrm>
            <a:off x="1108253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18"/>
          <p:cNvSpPr/>
          <p:nvPr/>
        </p:nvSpPr>
        <p:spPr>
          <a:xfrm>
            <a:off x="1180673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18"/>
          <p:cNvSpPr/>
          <p:nvPr/>
        </p:nvSpPr>
        <p:spPr>
          <a:xfrm>
            <a:off x="2632740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18"/>
          <p:cNvSpPr/>
          <p:nvPr/>
        </p:nvSpPr>
        <p:spPr>
          <a:xfrm>
            <a:off x="2705161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18"/>
          <p:cNvSpPr/>
          <p:nvPr/>
        </p:nvSpPr>
        <p:spPr>
          <a:xfrm>
            <a:off x="2777581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18"/>
          <p:cNvSpPr/>
          <p:nvPr/>
        </p:nvSpPr>
        <p:spPr>
          <a:xfrm>
            <a:off x="2850002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18"/>
          <p:cNvSpPr/>
          <p:nvPr/>
        </p:nvSpPr>
        <p:spPr>
          <a:xfrm>
            <a:off x="2922422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18"/>
          <p:cNvSpPr/>
          <p:nvPr/>
        </p:nvSpPr>
        <p:spPr>
          <a:xfrm>
            <a:off x="2994843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18"/>
          <p:cNvSpPr/>
          <p:nvPr/>
        </p:nvSpPr>
        <p:spPr>
          <a:xfrm>
            <a:off x="3067263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18"/>
          <p:cNvSpPr/>
          <p:nvPr/>
        </p:nvSpPr>
        <p:spPr>
          <a:xfrm>
            <a:off x="3139684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18"/>
          <p:cNvSpPr/>
          <p:nvPr/>
        </p:nvSpPr>
        <p:spPr>
          <a:xfrm>
            <a:off x="3212104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18"/>
          <p:cNvSpPr/>
          <p:nvPr/>
        </p:nvSpPr>
        <p:spPr>
          <a:xfrm>
            <a:off x="3284525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18"/>
          <p:cNvSpPr/>
          <p:nvPr/>
        </p:nvSpPr>
        <p:spPr>
          <a:xfrm>
            <a:off x="2560320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18"/>
          <p:cNvSpPr/>
          <p:nvPr/>
        </p:nvSpPr>
        <p:spPr>
          <a:xfrm>
            <a:off x="2632740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18"/>
          <p:cNvSpPr/>
          <p:nvPr/>
        </p:nvSpPr>
        <p:spPr>
          <a:xfrm>
            <a:off x="2705161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18"/>
          <p:cNvSpPr/>
          <p:nvPr/>
        </p:nvSpPr>
        <p:spPr>
          <a:xfrm>
            <a:off x="2777581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18"/>
          <p:cNvSpPr/>
          <p:nvPr/>
        </p:nvSpPr>
        <p:spPr>
          <a:xfrm>
            <a:off x="2850002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18"/>
          <p:cNvSpPr/>
          <p:nvPr/>
        </p:nvSpPr>
        <p:spPr>
          <a:xfrm>
            <a:off x="2922422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18"/>
          <p:cNvSpPr/>
          <p:nvPr/>
        </p:nvSpPr>
        <p:spPr>
          <a:xfrm>
            <a:off x="2994843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18"/>
          <p:cNvSpPr/>
          <p:nvPr/>
        </p:nvSpPr>
        <p:spPr>
          <a:xfrm>
            <a:off x="3067263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18"/>
          <p:cNvSpPr/>
          <p:nvPr/>
        </p:nvSpPr>
        <p:spPr>
          <a:xfrm>
            <a:off x="3139684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18"/>
          <p:cNvSpPr/>
          <p:nvPr/>
        </p:nvSpPr>
        <p:spPr>
          <a:xfrm>
            <a:off x="3212104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18"/>
          <p:cNvSpPr/>
          <p:nvPr/>
        </p:nvSpPr>
        <p:spPr>
          <a:xfrm>
            <a:off x="3284525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18"/>
          <p:cNvSpPr/>
          <p:nvPr/>
        </p:nvSpPr>
        <p:spPr>
          <a:xfrm>
            <a:off x="3356945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18"/>
          <p:cNvSpPr/>
          <p:nvPr/>
        </p:nvSpPr>
        <p:spPr>
          <a:xfrm>
            <a:off x="2560320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18"/>
          <p:cNvSpPr/>
          <p:nvPr/>
        </p:nvSpPr>
        <p:spPr>
          <a:xfrm>
            <a:off x="2632740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18"/>
          <p:cNvSpPr/>
          <p:nvPr/>
        </p:nvSpPr>
        <p:spPr>
          <a:xfrm>
            <a:off x="2705161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18"/>
          <p:cNvSpPr/>
          <p:nvPr/>
        </p:nvSpPr>
        <p:spPr>
          <a:xfrm>
            <a:off x="2777581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18"/>
          <p:cNvSpPr/>
          <p:nvPr/>
        </p:nvSpPr>
        <p:spPr>
          <a:xfrm>
            <a:off x="2850002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18"/>
          <p:cNvSpPr/>
          <p:nvPr/>
        </p:nvSpPr>
        <p:spPr>
          <a:xfrm>
            <a:off x="2922422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18"/>
          <p:cNvSpPr/>
          <p:nvPr/>
        </p:nvSpPr>
        <p:spPr>
          <a:xfrm>
            <a:off x="2994843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18"/>
          <p:cNvSpPr/>
          <p:nvPr/>
        </p:nvSpPr>
        <p:spPr>
          <a:xfrm>
            <a:off x="3067263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18"/>
          <p:cNvSpPr/>
          <p:nvPr/>
        </p:nvSpPr>
        <p:spPr>
          <a:xfrm>
            <a:off x="3139684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18"/>
          <p:cNvSpPr/>
          <p:nvPr/>
        </p:nvSpPr>
        <p:spPr>
          <a:xfrm>
            <a:off x="3212104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18"/>
          <p:cNvSpPr/>
          <p:nvPr/>
        </p:nvSpPr>
        <p:spPr>
          <a:xfrm>
            <a:off x="3284525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18"/>
          <p:cNvSpPr/>
          <p:nvPr/>
        </p:nvSpPr>
        <p:spPr>
          <a:xfrm>
            <a:off x="3356945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18"/>
          <p:cNvSpPr/>
          <p:nvPr/>
        </p:nvSpPr>
        <p:spPr>
          <a:xfrm>
            <a:off x="2560320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18"/>
          <p:cNvSpPr/>
          <p:nvPr/>
        </p:nvSpPr>
        <p:spPr>
          <a:xfrm>
            <a:off x="2632740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18"/>
          <p:cNvSpPr/>
          <p:nvPr/>
        </p:nvSpPr>
        <p:spPr>
          <a:xfrm>
            <a:off x="2705161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18"/>
          <p:cNvSpPr/>
          <p:nvPr/>
        </p:nvSpPr>
        <p:spPr>
          <a:xfrm>
            <a:off x="2777581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18"/>
          <p:cNvSpPr/>
          <p:nvPr/>
        </p:nvSpPr>
        <p:spPr>
          <a:xfrm>
            <a:off x="2850002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18"/>
          <p:cNvSpPr/>
          <p:nvPr/>
        </p:nvSpPr>
        <p:spPr>
          <a:xfrm>
            <a:off x="2922422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18"/>
          <p:cNvSpPr/>
          <p:nvPr/>
        </p:nvSpPr>
        <p:spPr>
          <a:xfrm>
            <a:off x="2994843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18"/>
          <p:cNvSpPr/>
          <p:nvPr/>
        </p:nvSpPr>
        <p:spPr>
          <a:xfrm>
            <a:off x="3067263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18"/>
          <p:cNvSpPr/>
          <p:nvPr/>
        </p:nvSpPr>
        <p:spPr>
          <a:xfrm>
            <a:off x="3139684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18"/>
          <p:cNvSpPr/>
          <p:nvPr/>
        </p:nvSpPr>
        <p:spPr>
          <a:xfrm>
            <a:off x="3212104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18"/>
          <p:cNvSpPr/>
          <p:nvPr/>
        </p:nvSpPr>
        <p:spPr>
          <a:xfrm>
            <a:off x="3284525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18"/>
          <p:cNvSpPr/>
          <p:nvPr/>
        </p:nvSpPr>
        <p:spPr>
          <a:xfrm>
            <a:off x="3356945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18"/>
          <p:cNvSpPr/>
          <p:nvPr/>
        </p:nvSpPr>
        <p:spPr>
          <a:xfrm>
            <a:off x="2560320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18"/>
          <p:cNvSpPr/>
          <p:nvPr/>
        </p:nvSpPr>
        <p:spPr>
          <a:xfrm>
            <a:off x="2632740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18"/>
          <p:cNvSpPr/>
          <p:nvPr/>
        </p:nvSpPr>
        <p:spPr>
          <a:xfrm>
            <a:off x="2705161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18"/>
          <p:cNvSpPr/>
          <p:nvPr/>
        </p:nvSpPr>
        <p:spPr>
          <a:xfrm>
            <a:off x="2777581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18"/>
          <p:cNvSpPr/>
          <p:nvPr/>
        </p:nvSpPr>
        <p:spPr>
          <a:xfrm>
            <a:off x="2850002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18"/>
          <p:cNvSpPr/>
          <p:nvPr/>
        </p:nvSpPr>
        <p:spPr>
          <a:xfrm>
            <a:off x="2922422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18"/>
          <p:cNvSpPr/>
          <p:nvPr/>
        </p:nvSpPr>
        <p:spPr>
          <a:xfrm>
            <a:off x="2994843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8"/>
          <p:cNvSpPr/>
          <p:nvPr/>
        </p:nvSpPr>
        <p:spPr>
          <a:xfrm>
            <a:off x="3067263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18"/>
          <p:cNvSpPr/>
          <p:nvPr/>
        </p:nvSpPr>
        <p:spPr>
          <a:xfrm>
            <a:off x="3139684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18"/>
          <p:cNvSpPr/>
          <p:nvPr/>
        </p:nvSpPr>
        <p:spPr>
          <a:xfrm>
            <a:off x="3212104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18"/>
          <p:cNvSpPr/>
          <p:nvPr/>
        </p:nvSpPr>
        <p:spPr>
          <a:xfrm>
            <a:off x="3284525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18"/>
          <p:cNvSpPr/>
          <p:nvPr/>
        </p:nvSpPr>
        <p:spPr>
          <a:xfrm>
            <a:off x="3356945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18"/>
          <p:cNvSpPr/>
          <p:nvPr/>
        </p:nvSpPr>
        <p:spPr>
          <a:xfrm>
            <a:off x="2560320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18"/>
          <p:cNvSpPr/>
          <p:nvPr/>
        </p:nvSpPr>
        <p:spPr>
          <a:xfrm>
            <a:off x="2632740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18"/>
          <p:cNvSpPr/>
          <p:nvPr/>
        </p:nvSpPr>
        <p:spPr>
          <a:xfrm>
            <a:off x="2705161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18"/>
          <p:cNvSpPr/>
          <p:nvPr/>
        </p:nvSpPr>
        <p:spPr>
          <a:xfrm>
            <a:off x="3212104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18"/>
          <p:cNvSpPr/>
          <p:nvPr/>
        </p:nvSpPr>
        <p:spPr>
          <a:xfrm>
            <a:off x="3284525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18"/>
          <p:cNvSpPr/>
          <p:nvPr/>
        </p:nvSpPr>
        <p:spPr>
          <a:xfrm>
            <a:off x="3356945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18"/>
          <p:cNvSpPr/>
          <p:nvPr/>
        </p:nvSpPr>
        <p:spPr>
          <a:xfrm>
            <a:off x="2560320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18"/>
          <p:cNvSpPr/>
          <p:nvPr/>
        </p:nvSpPr>
        <p:spPr>
          <a:xfrm>
            <a:off x="2632740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18"/>
          <p:cNvSpPr/>
          <p:nvPr/>
        </p:nvSpPr>
        <p:spPr>
          <a:xfrm>
            <a:off x="3284525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18"/>
          <p:cNvSpPr/>
          <p:nvPr/>
        </p:nvSpPr>
        <p:spPr>
          <a:xfrm>
            <a:off x="3356945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18"/>
          <p:cNvSpPr/>
          <p:nvPr/>
        </p:nvSpPr>
        <p:spPr>
          <a:xfrm>
            <a:off x="4809012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18"/>
          <p:cNvSpPr/>
          <p:nvPr/>
        </p:nvSpPr>
        <p:spPr>
          <a:xfrm>
            <a:off x="4881433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18"/>
          <p:cNvSpPr/>
          <p:nvPr/>
        </p:nvSpPr>
        <p:spPr>
          <a:xfrm>
            <a:off x="4953853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18"/>
          <p:cNvSpPr/>
          <p:nvPr/>
        </p:nvSpPr>
        <p:spPr>
          <a:xfrm>
            <a:off x="5026274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18"/>
          <p:cNvSpPr/>
          <p:nvPr/>
        </p:nvSpPr>
        <p:spPr>
          <a:xfrm>
            <a:off x="5098694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18"/>
          <p:cNvSpPr/>
          <p:nvPr/>
        </p:nvSpPr>
        <p:spPr>
          <a:xfrm>
            <a:off x="5171115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18"/>
          <p:cNvSpPr/>
          <p:nvPr/>
        </p:nvSpPr>
        <p:spPr>
          <a:xfrm>
            <a:off x="5243535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18"/>
          <p:cNvSpPr/>
          <p:nvPr/>
        </p:nvSpPr>
        <p:spPr>
          <a:xfrm>
            <a:off x="5315956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18"/>
          <p:cNvSpPr/>
          <p:nvPr/>
        </p:nvSpPr>
        <p:spPr>
          <a:xfrm>
            <a:off x="5388376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18"/>
          <p:cNvSpPr/>
          <p:nvPr/>
        </p:nvSpPr>
        <p:spPr>
          <a:xfrm>
            <a:off x="5460797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18"/>
          <p:cNvSpPr/>
          <p:nvPr/>
        </p:nvSpPr>
        <p:spPr>
          <a:xfrm>
            <a:off x="4736592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18"/>
          <p:cNvSpPr/>
          <p:nvPr/>
        </p:nvSpPr>
        <p:spPr>
          <a:xfrm>
            <a:off x="4809012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18"/>
          <p:cNvSpPr/>
          <p:nvPr/>
        </p:nvSpPr>
        <p:spPr>
          <a:xfrm>
            <a:off x="4881433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18"/>
          <p:cNvSpPr/>
          <p:nvPr/>
        </p:nvSpPr>
        <p:spPr>
          <a:xfrm>
            <a:off x="4953853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18"/>
          <p:cNvSpPr/>
          <p:nvPr/>
        </p:nvSpPr>
        <p:spPr>
          <a:xfrm>
            <a:off x="5026274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18"/>
          <p:cNvSpPr/>
          <p:nvPr/>
        </p:nvSpPr>
        <p:spPr>
          <a:xfrm>
            <a:off x="5098694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18"/>
          <p:cNvSpPr/>
          <p:nvPr/>
        </p:nvSpPr>
        <p:spPr>
          <a:xfrm>
            <a:off x="5171115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18"/>
          <p:cNvSpPr/>
          <p:nvPr/>
        </p:nvSpPr>
        <p:spPr>
          <a:xfrm>
            <a:off x="5243535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18"/>
          <p:cNvSpPr/>
          <p:nvPr/>
        </p:nvSpPr>
        <p:spPr>
          <a:xfrm>
            <a:off x="5315956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18"/>
          <p:cNvSpPr/>
          <p:nvPr/>
        </p:nvSpPr>
        <p:spPr>
          <a:xfrm>
            <a:off x="5388376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18"/>
          <p:cNvSpPr/>
          <p:nvPr/>
        </p:nvSpPr>
        <p:spPr>
          <a:xfrm>
            <a:off x="5460797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18"/>
          <p:cNvSpPr/>
          <p:nvPr/>
        </p:nvSpPr>
        <p:spPr>
          <a:xfrm>
            <a:off x="5533217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18"/>
          <p:cNvSpPr/>
          <p:nvPr/>
        </p:nvSpPr>
        <p:spPr>
          <a:xfrm>
            <a:off x="4736592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18"/>
          <p:cNvSpPr/>
          <p:nvPr/>
        </p:nvSpPr>
        <p:spPr>
          <a:xfrm>
            <a:off x="4809012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18"/>
          <p:cNvSpPr/>
          <p:nvPr/>
        </p:nvSpPr>
        <p:spPr>
          <a:xfrm>
            <a:off x="4881433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18"/>
          <p:cNvSpPr/>
          <p:nvPr/>
        </p:nvSpPr>
        <p:spPr>
          <a:xfrm>
            <a:off x="4953853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18"/>
          <p:cNvSpPr/>
          <p:nvPr/>
        </p:nvSpPr>
        <p:spPr>
          <a:xfrm>
            <a:off x="5026274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18"/>
          <p:cNvSpPr/>
          <p:nvPr/>
        </p:nvSpPr>
        <p:spPr>
          <a:xfrm>
            <a:off x="5098694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18"/>
          <p:cNvSpPr/>
          <p:nvPr/>
        </p:nvSpPr>
        <p:spPr>
          <a:xfrm>
            <a:off x="5171115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18"/>
          <p:cNvSpPr/>
          <p:nvPr/>
        </p:nvSpPr>
        <p:spPr>
          <a:xfrm>
            <a:off x="5243535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18"/>
          <p:cNvSpPr/>
          <p:nvPr/>
        </p:nvSpPr>
        <p:spPr>
          <a:xfrm>
            <a:off x="5315956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18"/>
          <p:cNvSpPr/>
          <p:nvPr/>
        </p:nvSpPr>
        <p:spPr>
          <a:xfrm>
            <a:off x="5388376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18"/>
          <p:cNvSpPr/>
          <p:nvPr/>
        </p:nvSpPr>
        <p:spPr>
          <a:xfrm>
            <a:off x="5460797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18"/>
          <p:cNvSpPr/>
          <p:nvPr/>
        </p:nvSpPr>
        <p:spPr>
          <a:xfrm>
            <a:off x="5533217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18"/>
          <p:cNvSpPr/>
          <p:nvPr/>
        </p:nvSpPr>
        <p:spPr>
          <a:xfrm>
            <a:off x="4736592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18"/>
          <p:cNvSpPr/>
          <p:nvPr/>
        </p:nvSpPr>
        <p:spPr>
          <a:xfrm>
            <a:off x="4809012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18"/>
          <p:cNvSpPr/>
          <p:nvPr/>
        </p:nvSpPr>
        <p:spPr>
          <a:xfrm>
            <a:off x="4881433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18"/>
          <p:cNvSpPr/>
          <p:nvPr/>
        </p:nvSpPr>
        <p:spPr>
          <a:xfrm>
            <a:off x="4953853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18"/>
          <p:cNvSpPr/>
          <p:nvPr/>
        </p:nvSpPr>
        <p:spPr>
          <a:xfrm>
            <a:off x="5026274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18"/>
          <p:cNvSpPr/>
          <p:nvPr/>
        </p:nvSpPr>
        <p:spPr>
          <a:xfrm>
            <a:off x="5098694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18"/>
          <p:cNvSpPr/>
          <p:nvPr/>
        </p:nvSpPr>
        <p:spPr>
          <a:xfrm>
            <a:off x="5171115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8"/>
          <p:cNvSpPr/>
          <p:nvPr/>
        </p:nvSpPr>
        <p:spPr>
          <a:xfrm>
            <a:off x="5243535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18"/>
          <p:cNvSpPr/>
          <p:nvPr/>
        </p:nvSpPr>
        <p:spPr>
          <a:xfrm>
            <a:off x="5315956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18"/>
          <p:cNvSpPr/>
          <p:nvPr/>
        </p:nvSpPr>
        <p:spPr>
          <a:xfrm>
            <a:off x="5388376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18"/>
          <p:cNvSpPr/>
          <p:nvPr/>
        </p:nvSpPr>
        <p:spPr>
          <a:xfrm>
            <a:off x="5460797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18"/>
          <p:cNvSpPr/>
          <p:nvPr/>
        </p:nvSpPr>
        <p:spPr>
          <a:xfrm>
            <a:off x="5533217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18"/>
          <p:cNvSpPr/>
          <p:nvPr/>
        </p:nvSpPr>
        <p:spPr>
          <a:xfrm>
            <a:off x="4736592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18"/>
          <p:cNvSpPr/>
          <p:nvPr/>
        </p:nvSpPr>
        <p:spPr>
          <a:xfrm>
            <a:off x="4809012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18"/>
          <p:cNvSpPr/>
          <p:nvPr/>
        </p:nvSpPr>
        <p:spPr>
          <a:xfrm>
            <a:off x="4881433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18"/>
          <p:cNvSpPr/>
          <p:nvPr/>
        </p:nvSpPr>
        <p:spPr>
          <a:xfrm>
            <a:off x="4953853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18"/>
          <p:cNvSpPr/>
          <p:nvPr/>
        </p:nvSpPr>
        <p:spPr>
          <a:xfrm>
            <a:off x="5026274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18"/>
          <p:cNvSpPr/>
          <p:nvPr/>
        </p:nvSpPr>
        <p:spPr>
          <a:xfrm>
            <a:off x="5098694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18"/>
          <p:cNvSpPr/>
          <p:nvPr/>
        </p:nvSpPr>
        <p:spPr>
          <a:xfrm>
            <a:off x="5171115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18"/>
          <p:cNvSpPr/>
          <p:nvPr/>
        </p:nvSpPr>
        <p:spPr>
          <a:xfrm>
            <a:off x="5243535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18"/>
          <p:cNvSpPr/>
          <p:nvPr/>
        </p:nvSpPr>
        <p:spPr>
          <a:xfrm>
            <a:off x="5315956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18"/>
          <p:cNvSpPr/>
          <p:nvPr/>
        </p:nvSpPr>
        <p:spPr>
          <a:xfrm>
            <a:off x="5388376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18"/>
          <p:cNvSpPr/>
          <p:nvPr/>
        </p:nvSpPr>
        <p:spPr>
          <a:xfrm>
            <a:off x="5460797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18"/>
          <p:cNvSpPr/>
          <p:nvPr/>
        </p:nvSpPr>
        <p:spPr>
          <a:xfrm>
            <a:off x="5533217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18"/>
          <p:cNvSpPr/>
          <p:nvPr/>
        </p:nvSpPr>
        <p:spPr>
          <a:xfrm>
            <a:off x="4736592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18"/>
          <p:cNvSpPr/>
          <p:nvPr/>
        </p:nvSpPr>
        <p:spPr>
          <a:xfrm>
            <a:off x="4809012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18"/>
          <p:cNvSpPr/>
          <p:nvPr/>
        </p:nvSpPr>
        <p:spPr>
          <a:xfrm>
            <a:off x="4881433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18"/>
          <p:cNvSpPr/>
          <p:nvPr/>
        </p:nvSpPr>
        <p:spPr>
          <a:xfrm>
            <a:off x="5388376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18"/>
          <p:cNvSpPr/>
          <p:nvPr/>
        </p:nvSpPr>
        <p:spPr>
          <a:xfrm>
            <a:off x="5460797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18"/>
          <p:cNvSpPr/>
          <p:nvPr/>
        </p:nvSpPr>
        <p:spPr>
          <a:xfrm>
            <a:off x="5533217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18"/>
          <p:cNvSpPr/>
          <p:nvPr/>
        </p:nvSpPr>
        <p:spPr>
          <a:xfrm>
            <a:off x="4736592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18"/>
          <p:cNvSpPr/>
          <p:nvPr/>
        </p:nvSpPr>
        <p:spPr>
          <a:xfrm>
            <a:off x="4809012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18"/>
          <p:cNvSpPr/>
          <p:nvPr/>
        </p:nvSpPr>
        <p:spPr>
          <a:xfrm>
            <a:off x="5460797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18"/>
          <p:cNvSpPr/>
          <p:nvPr/>
        </p:nvSpPr>
        <p:spPr>
          <a:xfrm>
            <a:off x="5533217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18"/>
          <p:cNvSpPr/>
          <p:nvPr/>
        </p:nvSpPr>
        <p:spPr>
          <a:xfrm>
            <a:off x="6985284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18"/>
          <p:cNvSpPr/>
          <p:nvPr/>
        </p:nvSpPr>
        <p:spPr>
          <a:xfrm>
            <a:off x="7057705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18"/>
          <p:cNvSpPr/>
          <p:nvPr/>
        </p:nvSpPr>
        <p:spPr>
          <a:xfrm>
            <a:off x="7130125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18"/>
          <p:cNvSpPr/>
          <p:nvPr/>
        </p:nvSpPr>
        <p:spPr>
          <a:xfrm>
            <a:off x="7202546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18"/>
          <p:cNvSpPr/>
          <p:nvPr/>
        </p:nvSpPr>
        <p:spPr>
          <a:xfrm>
            <a:off x="7274966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18"/>
          <p:cNvSpPr/>
          <p:nvPr/>
        </p:nvSpPr>
        <p:spPr>
          <a:xfrm>
            <a:off x="7347387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18"/>
          <p:cNvSpPr/>
          <p:nvPr/>
        </p:nvSpPr>
        <p:spPr>
          <a:xfrm>
            <a:off x="7419807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18"/>
          <p:cNvSpPr/>
          <p:nvPr/>
        </p:nvSpPr>
        <p:spPr>
          <a:xfrm>
            <a:off x="7492228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18"/>
          <p:cNvSpPr/>
          <p:nvPr/>
        </p:nvSpPr>
        <p:spPr>
          <a:xfrm>
            <a:off x="7564648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18"/>
          <p:cNvSpPr/>
          <p:nvPr/>
        </p:nvSpPr>
        <p:spPr>
          <a:xfrm>
            <a:off x="7637069" y="201168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18"/>
          <p:cNvSpPr/>
          <p:nvPr/>
        </p:nvSpPr>
        <p:spPr>
          <a:xfrm>
            <a:off x="6912864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18"/>
          <p:cNvSpPr/>
          <p:nvPr/>
        </p:nvSpPr>
        <p:spPr>
          <a:xfrm>
            <a:off x="6985284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18"/>
          <p:cNvSpPr/>
          <p:nvPr/>
        </p:nvSpPr>
        <p:spPr>
          <a:xfrm>
            <a:off x="7057705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18"/>
          <p:cNvSpPr/>
          <p:nvPr/>
        </p:nvSpPr>
        <p:spPr>
          <a:xfrm>
            <a:off x="7130125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18"/>
          <p:cNvSpPr/>
          <p:nvPr/>
        </p:nvSpPr>
        <p:spPr>
          <a:xfrm>
            <a:off x="7202546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18"/>
          <p:cNvSpPr/>
          <p:nvPr/>
        </p:nvSpPr>
        <p:spPr>
          <a:xfrm>
            <a:off x="7274966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18"/>
          <p:cNvSpPr/>
          <p:nvPr/>
        </p:nvSpPr>
        <p:spPr>
          <a:xfrm>
            <a:off x="7347387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18"/>
          <p:cNvSpPr/>
          <p:nvPr/>
        </p:nvSpPr>
        <p:spPr>
          <a:xfrm>
            <a:off x="7419807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18"/>
          <p:cNvSpPr/>
          <p:nvPr/>
        </p:nvSpPr>
        <p:spPr>
          <a:xfrm>
            <a:off x="7492228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18"/>
          <p:cNvSpPr/>
          <p:nvPr/>
        </p:nvSpPr>
        <p:spPr>
          <a:xfrm>
            <a:off x="7564648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18"/>
          <p:cNvSpPr/>
          <p:nvPr/>
        </p:nvSpPr>
        <p:spPr>
          <a:xfrm>
            <a:off x="7637069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18"/>
          <p:cNvSpPr/>
          <p:nvPr/>
        </p:nvSpPr>
        <p:spPr>
          <a:xfrm>
            <a:off x="7709489" y="2084100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18"/>
          <p:cNvSpPr/>
          <p:nvPr/>
        </p:nvSpPr>
        <p:spPr>
          <a:xfrm>
            <a:off x="6912864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18"/>
          <p:cNvSpPr/>
          <p:nvPr/>
        </p:nvSpPr>
        <p:spPr>
          <a:xfrm>
            <a:off x="6985284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18"/>
          <p:cNvSpPr/>
          <p:nvPr/>
        </p:nvSpPr>
        <p:spPr>
          <a:xfrm>
            <a:off x="7057705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18"/>
          <p:cNvSpPr/>
          <p:nvPr/>
        </p:nvSpPr>
        <p:spPr>
          <a:xfrm>
            <a:off x="7130125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18"/>
          <p:cNvSpPr/>
          <p:nvPr/>
        </p:nvSpPr>
        <p:spPr>
          <a:xfrm>
            <a:off x="7202546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18"/>
          <p:cNvSpPr/>
          <p:nvPr/>
        </p:nvSpPr>
        <p:spPr>
          <a:xfrm>
            <a:off x="7274966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18"/>
          <p:cNvSpPr/>
          <p:nvPr/>
        </p:nvSpPr>
        <p:spPr>
          <a:xfrm>
            <a:off x="7347387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18"/>
          <p:cNvSpPr/>
          <p:nvPr/>
        </p:nvSpPr>
        <p:spPr>
          <a:xfrm>
            <a:off x="7419807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18"/>
          <p:cNvSpPr/>
          <p:nvPr/>
        </p:nvSpPr>
        <p:spPr>
          <a:xfrm>
            <a:off x="7492228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18"/>
          <p:cNvSpPr/>
          <p:nvPr/>
        </p:nvSpPr>
        <p:spPr>
          <a:xfrm>
            <a:off x="7564648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18"/>
          <p:cNvSpPr/>
          <p:nvPr/>
        </p:nvSpPr>
        <p:spPr>
          <a:xfrm>
            <a:off x="7637069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18"/>
          <p:cNvSpPr/>
          <p:nvPr/>
        </p:nvSpPr>
        <p:spPr>
          <a:xfrm>
            <a:off x="7709489" y="215652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18"/>
          <p:cNvSpPr/>
          <p:nvPr/>
        </p:nvSpPr>
        <p:spPr>
          <a:xfrm>
            <a:off x="6912864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18"/>
          <p:cNvSpPr/>
          <p:nvPr/>
        </p:nvSpPr>
        <p:spPr>
          <a:xfrm>
            <a:off x="6985284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18"/>
          <p:cNvSpPr/>
          <p:nvPr/>
        </p:nvSpPr>
        <p:spPr>
          <a:xfrm>
            <a:off x="7057705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18"/>
          <p:cNvSpPr/>
          <p:nvPr/>
        </p:nvSpPr>
        <p:spPr>
          <a:xfrm>
            <a:off x="7130125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18"/>
          <p:cNvSpPr/>
          <p:nvPr/>
        </p:nvSpPr>
        <p:spPr>
          <a:xfrm>
            <a:off x="7202546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18"/>
          <p:cNvSpPr/>
          <p:nvPr/>
        </p:nvSpPr>
        <p:spPr>
          <a:xfrm>
            <a:off x="7274966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18"/>
          <p:cNvSpPr/>
          <p:nvPr/>
        </p:nvSpPr>
        <p:spPr>
          <a:xfrm>
            <a:off x="7347387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18"/>
          <p:cNvSpPr/>
          <p:nvPr/>
        </p:nvSpPr>
        <p:spPr>
          <a:xfrm>
            <a:off x="7419807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18"/>
          <p:cNvSpPr/>
          <p:nvPr/>
        </p:nvSpPr>
        <p:spPr>
          <a:xfrm>
            <a:off x="7492228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18"/>
          <p:cNvSpPr/>
          <p:nvPr/>
        </p:nvSpPr>
        <p:spPr>
          <a:xfrm>
            <a:off x="7564648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18"/>
          <p:cNvSpPr/>
          <p:nvPr/>
        </p:nvSpPr>
        <p:spPr>
          <a:xfrm>
            <a:off x="7637069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18"/>
          <p:cNvSpPr/>
          <p:nvPr/>
        </p:nvSpPr>
        <p:spPr>
          <a:xfrm>
            <a:off x="7709489" y="2228941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18"/>
          <p:cNvSpPr/>
          <p:nvPr/>
        </p:nvSpPr>
        <p:spPr>
          <a:xfrm>
            <a:off x="6912864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18"/>
          <p:cNvSpPr/>
          <p:nvPr/>
        </p:nvSpPr>
        <p:spPr>
          <a:xfrm>
            <a:off x="6985284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18"/>
          <p:cNvSpPr/>
          <p:nvPr/>
        </p:nvSpPr>
        <p:spPr>
          <a:xfrm>
            <a:off x="7057705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18"/>
          <p:cNvSpPr/>
          <p:nvPr/>
        </p:nvSpPr>
        <p:spPr>
          <a:xfrm>
            <a:off x="7130125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18"/>
          <p:cNvSpPr/>
          <p:nvPr/>
        </p:nvSpPr>
        <p:spPr>
          <a:xfrm>
            <a:off x="7202546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18"/>
          <p:cNvSpPr/>
          <p:nvPr/>
        </p:nvSpPr>
        <p:spPr>
          <a:xfrm>
            <a:off x="7274966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18"/>
          <p:cNvSpPr/>
          <p:nvPr/>
        </p:nvSpPr>
        <p:spPr>
          <a:xfrm>
            <a:off x="7347387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18"/>
          <p:cNvSpPr/>
          <p:nvPr/>
        </p:nvSpPr>
        <p:spPr>
          <a:xfrm>
            <a:off x="7419807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18"/>
          <p:cNvSpPr/>
          <p:nvPr/>
        </p:nvSpPr>
        <p:spPr>
          <a:xfrm>
            <a:off x="7492228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18"/>
          <p:cNvSpPr/>
          <p:nvPr/>
        </p:nvSpPr>
        <p:spPr>
          <a:xfrm>
            <a:off x="7564648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18"/>
          <p:cNvSpPr/>
          <p:nvPr/>
        </p:nvSpPr>
        <p:spPr>
          <a:xfrm>
            <a:off x="7637069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18"/>
          <p:cNvSpPr/>
          <p:nvPr/>
        </p:nvSpPr>
        <p:spPr>
          <a:xfrm>
            <a:off x="7709489" y="230136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18"/>
          <p:cNvSpPr/>
          <p:nvPr/>
        </p:nvSpPr>
        <p:spPr>
          <a:xfrm>
            <a:off x="6912864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18"/>
          <p:cNvSpPr/>
          <p:nvPr/>
        </p:nvSpPr>
        <p:spPr>
          <a:xfrm>
            <a:off x="6985284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18"/>
          <p:cNvSpPr/>
          <p:nvPr/>
        </p:nvSpPr>
        <p:spPr>
          <a:xfrm>
            <a:off x="7057705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18"/>
          <p:cNvSpPr/>
          <p:nvPr/>
        </p:nvSpPr>
        <p:spPr>
          <a:xfrm>
            <a:off x="7564648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18"/>
          <p:cNvSpPr/>
          <p:nvPr/>
        </p:nvSpPr>
        <p:spPr>
          <a:xfrm>
            <a:off x="7637069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18"/>
          <p:cNvSpPr/>
          <p:nvPr/>
        </p:nvSpPr>
        <p:spPr>
          <a:xfrm>
            <a:off x="7709489" y="2373782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18"/>
          <p:cNvSpPr/>
          <p:nvPr/>
        </p:nvSpPr>
        <p:spPr>
          <a:xfrm>
            <a:off x="6912864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18"/>
          <p:cNvSpPr/>
          <p:nvPr/>
        </p:nvSpPr>
        <p:spPr>
          <a:xfrm>
            <a:off x="6985284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18"/>
          <p:cNvSpPr/>
          <p:nvPr/>
        </p:nvSpPr>
        <p:spPr>
          <a:xfrm>
            <a:off x="7637069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18"/>
          <p:cNvSpPr/>
          <p:nvPr/>
        </p:nvSpPr>
        <p:spPr>
          <a:xfrm>
            <a:off x="7709489" y="2446203"/>
            <a:ext cx="69677" cy="69677"/>
          </a:xfrm>
          <a:prstGeom prst="rect">
            <a:avLst/>
          </a:prstGeom>
          <a:solidFill>
            <a:srgbClr val="00E5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18"/>
          <p:cNvSpPr/>
          <p:nvPr/>
        </p:nvSpPr>
        <p:spPr>
          <a:xfrm>
            <a:off x="365760" y="2743200"/>
            <a:ext cx="8412480" cy="82296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18"/>
          <p:cNvSpPr/>
          <p:nvPr/>
        </p:nvSpPr>
        <p:spPr>
          <a:xfrm>
            <a:off x="365760" y="2743200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18"/>
          <p:cNvSpPr/>
          <p:nvPr/>
        </p:nvSpPr>
        <p:spPr>
          <a:xfrm>
            <a:off x="365760" y="2743200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18"/>
          <p:cNvSpPr/>
          <p:nvPr/>
        </p:nvSpPr>
        <p:spPr>
          <a:xfrm>
            <a:off x="8613648" y="2743200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18"/>
          <p:cNvSpPr/>
          <p:nvPr/>
        </p:nvSpPr>
        <p:spPr>
          <a:xfrm>
            <a:off x="8741664" y="2743200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18"/>
          <p:cNvSpPr/>
          <p:nvPr/>
        </p:nvSpPr>
        <p:spPr>
          <a:xfrm>
            <a:off x="365760" y="3529584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18"/>
          <p:cNvSpPr/>
          <p:nvPr/>
        </p:nvSpPr>
        <p:spPr>
          <a:xfrm>
            <a:off x="365760" y="3401568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18"/>
          <p:cNvSpPr/>
          <p:nvPr/>
        </p:nvSpPr>
        <p:spPr>
          <a:xfrm>
            <a:off x="8613648" y="3529584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18"/>
          <p:cNvSpPr/>
          <p:nvPr/>
        </p:nvSpPr>
        <p:spPr>
          <a:xfrm>
            <a:off x="8741664" y="3401568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18"/>
          <p:cNvSpPr/>
          <p:nvPr/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KYVERNO / OPA / WEBHOOKS: validate + mutate every API call.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CLAUDE RUNS kubectl  -&gt;  ADMISSION SAYS NO.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18"/>
          <p:cNvSpPr/>
          <p:nvPr/>
        </p:nvSpPr>
        <p:spPr>
          <a:xfrm>
            <a:off x="274320" y="384048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THE CLUSTER ENFORCES THE RULES.  NOT THE AGENT.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1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18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18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18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18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◄ LEVEL 4: GUARDRAILS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19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17/20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19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19"/>
          <p:cNvSpPr/>
          <p:nvPr/>
        </p:nvSpPr>
        <p:spPr>
          <a:xfrm>
            <a:off x="228600" y="137160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19"/>
          <p:cNvSpPr/>
          <p:nvPr/>
        </p:nvSpPr>
        <p:spPr>
          <a:xfrm>
            <a:off x="228600" y="13716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19"/>
          <p:cNvSpPr/>
          <p:nvPr/>
        </p:nvSpPr>
        <p:spPr>
          <a:xfrm>
            <a:off x="1234440" y="137160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19"/>
          <p:cNvSpPr/>
          <p:nvPr/>
        </p:nvSpPr>
        <p:spPr>
          <a:xfrm>
            <a:off x="1362456" y="13716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19"/>
          <p:cNvSpPr/>
          <p:nvPr/>
        </p:nvSpPr>
        <p:spPr>
          <a:xfrm>
            <a:off x="228600" y="1271016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19"/>
          <p:cNvSpPr/>
          <p:nvPr/>
        </p:nvSpPr>
        <p:spPr>
          <a:xfrm>
            <a:off x="228600" y="114300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19"/>
          <p:cNvSpPr/>
          <p:nvPr/>
        </p:nvSpPr>
        <p:spPr>
          <a:xfrm>
            <a:off x="1234440" y="1271016"/>
            <a:ext cx="164592" cy="36576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19"/>
          <p:cNvSpPr/>
          <p:nvPr/>
        </p:nvSpPr>
        <p:spPr>
          <a:xfrm>
            <a:off x="1362456" y="1143000"/>
            <a:ext cx="36576" cy="164592"/>
          </a:xfrm>
          <a:prstGeom prst="rect">
            <a:avLst/>
          </a:prstGeom>
          <a:solidFill>
            <a:srgbClr val="E8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19"/>
          <p:cNvSpPr/>
          <p:nvPr/>
        </p:nvSpPr>
        <p:spPr>
          <a:xfrm>
            <a:off x="228600" y="137160"/>
            <a:ext cx="117043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6200"/>
              <a:buFont typeface="Courier New"/>
              <a:buNone/>
            </a:pPr>
            <a:r>
              <a:rPr b="1" i="0" lang="en-US" sz="6200" u="none" cap="none" strike="noStrike">
                <a:solidFill>
                  <a:srgbClr val="08080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19"/>
          <p:cNvSpPr/>
          <p:nvPr/>
        </p:nvSpPr>
        <p:spPr>
          <a:xfrm>
            <a:off x="1536192" y="13716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GUARDRAIL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19"/>
          <p:cNvSpPr/>
          <p:nvPr/>
        </p:nvSpPr>
        <p:spPr>
          <a:xfrm>
            <a:off x="1536192" y="502920"/>
            <a:ext cx="7406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CLAUDE CODE HOOKS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19"/>
          <p:cNvSpPr/>
          <p:nvPr/>
        </p:nvSpPr>
        <p:spPr>
          <a:xfrm>
            <a:off x="365760" y="1371600"/>
            <a:ext cx="8412480" cy="1463040"/>
          </a:xfrm>
          <a:prstGeom prst="rect">
            <a:avLst/>
          </a:prstGeom>
          <a:solidFill>
            <a:srgbClr val="1F1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19"/>
          <p:cNvSpPr/>
          <p:nvPr/>
        </p:nvSpPr>
        <p:spPr>
          <a:xfrm>
            <a:off x="365760" y="1371600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19"/>
          <p:cNvSpPr/>
          <p:nvPr/>
        </p:nvSpPr>
        <p:spPr>
          <a:xfrm>
            <a:off x="365760" y="1371600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19"/>
          <p:cNvSpPr/>
          <p:nvPr/>
        </p:nvSpPr>
        <p:spPr>
          <a:xfrm>
            <a:off x="8613648" y="1371600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19"/>
          <p:cNvSpPr/>
          <p:nvPr/>
        </p:nvSpPr>
        <p:spPr>
          <a:xfrm>
            <a:off x="8741664" y="1371600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19"/>
          <p:cNvSpPr/>
          <p:nvPr/>
        </p:nvSpPr>
        <p:spPr>
          <a:xfrm>
            <a:off x="365760" y="2798064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19"/>
          <p:cNvSpPr/>
          <p:nvPr/>
        </p:nvSpPr>
        <p:spPr>
          <a:xfrm>
            <a:off x="365760" y="2670048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19"/>
          <p:cNvSpPr/>
          <p:nvPr/>
        </p:nvSpPr>
        <p:spPr>
          <a:xfrm>
            <a:off x="8613648" y="2798064"/>
            <a:ext cx="164592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19"/>
          <p:cNvSpPr/>
          <p:nvPr/>
        </p:nvSpPr>
        <p:spPr>
          <a:xfrm>
            <a:off x="8741664" y="2670048"/>
            <a:ext cx="36576" cy="16459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19"/>
          <p:cNvSpPr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PreToolUse     block commands before execution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PostToolUse    audit output after execution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settings.json  allowlist/denylist 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THESE ARE PROBABILISTIC.  THE AGENT CAN MISINTERPRET.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19"/>
          <p:cNvSpPr/>
          <p:nvPr/>
        </p:nvSpPr>
        <p:spPr>
          <a:xfrm>
            <a:off x="274320" y="320040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USEFUL.  NOT SUFFICIENT.  NEVER YOUR ONLY LAYER.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19"/>
          <p:cNvSpPr/>
          <p:nvPr/>
        </p:nvSpPr>
        <p:spPr>
          <a:xfrm>
            <a:off x="509869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19"/>
          <p:cNvSpPr/>
          <p:nvPr/>
        </p:nvSpPr>
        <p:spPr>
          <a:xfrm>
            <a:off x="562539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19"/>
          <p:cNvSpPr/>
          <p:nvPr/>
        </p:nvSpPr>
        <p:spPr>
          <a:xfrm>
            <a:off x="615208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19"/>
          <p:cNvSpPr/>
          <p:nvPr/>
        </p:nvSpPr>
        <p:spPr>
          <a:xfrm>
            <a:off x="667878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19"/>
          <p:cNvSpPr/>
          <p:nvPr/>
        </p:nvSpPr>
        <p:spPr>
          <a:xfrm>
            <a:off x="720547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19"/>
          <p:cNvSpPr/>
          <p:nvPr/>
        </p:nvSpPr>
        <p:spPr>
          <a:xfrm>
            <a:off x="457200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19"/>
          <p:cNvSpPr/>
          <p:nvPr/>
        </p:nvSpPr>
        <p:spPr>
          <a:xfrm>
            <a:off x="509869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19"/>
          <p:cNvSpPr/>
          <p:nvPr/>
        </p:nvSpPr>
        <p:spPr>
          <a:xfrm>
            <a:off x="615208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19"/>
          <p:cNvSpPr/>
          <p:nvPr/>
        </p:nvSpPr>
        <p:spPr>
          <a:xfrm>
            <a:off x="720547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19"/>
          <p:cNvSpPr/>
          <p:nvPr/>
        </p:nvSpPr>
        <p:spPr>
          <a:xfrm>
            <a:off x="773217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19"/>
          <p:cNvSpPr/>
          <p:nvPr/>
        </p:nvSpPr>
        <p:spPr>
          <a:xfrm>
            <a:off x="457200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19"/>
          <p:cNvSpPr/>
          <p:nvPr/>
        </p:nvSpPr>
        <p:spPr>
          <a:xfrm>
            <a:off x="562539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19"/>
          <p:cNvSpPr/>
          <p:nvPr/>
        </p:nvSpPr>
        <p:spPr>
          <a:xfrm>
            <a:off x="667878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19"/>
          <p:cNvSpPr/>
          <p:nvPr/>
        </p:nvSpPr>
        <p:spPr>
          <a:xfrm>
            <a:off x="773217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19"/>
          <p:cNvSpPr/>
          <p:nvPr/>
        </p:nvSpPr>
        <p:spPr>
          <a:xfrm>
            <a:off x="457200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19"/>
          <p:cNvSpPr/>
          <p:nvPr/>
        </p:nvSpPr>
        <p:spPr>
          <a:xfrm>
            <a:off x="509869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19"/>
          <p:cNvSpPr/>
          <p:nvPr/>
        </p:nvSpPr>
        <p:spPr>
          <a:xfrm>
            <a:off x="615208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19"/>
          <p:cNvSpPr/>
          <p:nvPr/>
        </p:nvSpPr>
        <p:spPr>
          <a:xfrm>
            <a:off x="720547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19"/>
          <p:cNvSpPr/>
          <p:nvPr/>
        </p:nvSpPr>
        <p:spPr>
          <a:xfrm>
            <a:off x="773217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19"/>
          <p:cNvSpPr/>
          <p:nvPr/>
        </p:nvSpPr>
        <p:spPr>
          <a:xfrm>
            <a:off x="457200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19"/>
          <p:cNvSpPr/>
          <p:nvPr/>
        </p:nvSpPr>
        <p:spPr>
          <a:xfrm>
            <a:off x="562539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19"/>
          <p:cNvSpPr/>
          <p:nvPr/>
        </p:nvSpPr>
        <p:spPr>
          <a:xfrm>
            <a:off x="667878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19"/>
          <p:cNvSpPr/>
          <p:nvPr/>
        </p:nvSpPr>
        <p:spPr>
          <a:xfrm>
            <a:off x="773217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19"/>
          <p:cNvSpPr/>
          <p:nvPr/>
        </p:nvSpPr>
        <p:spPr>
          <a:xfrm>
            <a:off x="457200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19"/>
          <p:cNvSpPr/>
          <p:nvPr/>
        </p:nvSpPr>
        <p:spPr>
          <a:xfrm>
            <a:off x="509869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19"/>
          <p:cNvSpPr/>
          <p:nvPr/>
        </p:nvSpPr>
        <p:spPr>
          <a:xfrm>
            <a:off x="615208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19"/>
          <p:cNvSpPr/>
          <p:nvPr/>
        </p:nvSpPr>
        <p:spPr>
          <a:xfrm>
            <a:off x="720547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19"/>
          <p:cNvSpPr/>
          <p:nvPr/>
        </p:nvSpPr>
        <p:spPr>
          <a:xfrm>
            <a:off x="773217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19"/>
          <p:cNvSpPr/>
          <p:nvPr/>
        </p:nvSpPr>
        <p:spPr>
          <a:xfrm>
            <a:off x="509869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19"/>
          <p:cNvSpPr/>
          <p:nvPr/>
        </p:nvSpPr>
        <p:spPr>
          <a:xfrm>
            <a:off x="562539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19"/>
          <p:cNvSpPr/>
          <p:nvPr/>
        </p:nvSpPr>
        <p:spPr>
          <a:xfrm>
            <a:off x="615208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19"/>
          <p:cNvSpPr/>
          <p:nvPr/>
        </p:nvSpPr>
        <p:spPr>
          <a:xfrm>
            <a:off x="667878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19"/>
          <p:cNvSpPr/>
          <p:nvPr/>
        </p:nvSpPr>
        <p:spPr>
          <a:xfrm>
            <a:off x="720547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19"/>
          <p:cNvSpPr/>
          <p:nvPr/>
        </p:nvSpPr>
        <p:spPr>
          <a:xfrm>
            <a:off x="2338669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19"/>
          <p:cNvSpPr/>
          <p:nvPr/>
        </p:nvSpPr>
        <p:spPr>
          <a:xfrm>
            <a:off x="2391339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19"/>
          <p:cNvSpPr/>
          <p:nvPr/>
        </p:nvSpPr>
        <p:spPr>
          <a:xfrm>
            <a:off x="2444008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19"/>
          <p:cNvSpPr/>
          <p:nvPr/>
        </p:nvSpPr>
        <p:spPr>
          <a:xfrm>
            <a:off x="2496678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19"/>
          <p:cNvSpPr/>
          <p:nvPr/>
        </p:nvSpPr>
        <p:spPr>
          <a:xfrm>
            <a:off x="2549347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19"/>
          <p:cNvSpPr/>
          <p:nvPr/>
        </p:nvSpPr>
        <p:spPr>
          <a:xfrm>
            <a:off x="2286000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19"/>
          <p:cNvSpPr/>
          <p:nvPr/>
        </p:nvSpPr>
        <p:spPr>
          <a:xfrm>
            <a:off x="2338669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19"/>
          <p:cNvSpPr/>
          <p:nvPr/>
        </p:nvSpPr>
        <p:spPr>
          <a:xfrm>
            <a:off x="2444008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19"/>
          <p:cNvSpPr/>
          <p:nvPr/>
        </p:nvSpPr>
        <p:spPr>
          <a:xfrm>
            <a:off x="2549347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19"/>
          <p:cNvSpPr/>
          <p:nvPr/>
        </p:nvSpPr>
        <p:spPr>
          <a:xfrm>
            <a:off x="2602017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19"/>
          <p:cNvSpPr/>
          <p:nvPr/>
        </p:nvSpPr>
        <p:spPr>
          <a:xfrm>
            <a:off x="2286000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19"/>
          <p:cNvSpPr/>
          <p:nvPr/>
        </p:nvSpPr>
        <p:spPr>
          <a:xfrm>
            <a:off x="2391339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19"/>
          <p:cNvSpPr/>
          <p:nvPr/>
        </p:nvSpPr>
        <p:spPr>
          <a:xfrm>
            <a:off x="2496678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19"/>
          <p:cNvSpPr/>
          <p:nvPr/>
        </p:nvSpPr>
        <p:spPr>
          <a:xfrm>
            <a:off x="2602017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19"/>
          <p:cNvSpPr/>
          <p:nvPr/>
        </p:nvSpPr>
        <p:spPr>
          <a:xfrm>
            <a:off x="2286000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19"/>
          <p:cNvSpPr/>
          <p:nvPr/>
        </p:nvSpPr>
        <p:spPr>
          <a:xfrm>
            <a:off x="2338669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19"/>
          <p:cNvSpPr/>
          <p:nvPr/>
        </p:nvSpPr>
        <p:spPr>
          <a:xfrm>
            <a:off x="2444008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19"/>
          <p:cNvSpPr/>
          <p:nvPr/>
        </p:nvSpPr>
        <p:spPr>
          <a:xfrm>
            <a:off x="2549347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19"/>
          <p:cNvSpPr/>
          <p:nvPr/>
        </p:nvSpPr>
        <p:spPr>
          <a:xfrm>
            <a:off x="2602017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19"/>
          <p:cNvSpPr/>
          <p:nvPr/>
        </p:nvSpPr>
        <p:spPr>
          <a:xfrm>
            <a:off x="2286000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19"/>
          <p:cNvSpPr/>
          <p:nvPr/>
        </p:nvSpPr>
        <p:spPr>
          <a:xfrm>
            <a:off x="2391339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19"/>
          <p:cNvSpPr/>
          <p:nvPr/>
        </p:nvSpPr>
        <p:spPr>
          <a:xfrm>
            <a:off x="2496678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19"/>
          <p:cNvSpPr/>
          <p:nvPr/>
        </p:nvSpPr>
        <p:spPr>
          <a:xfrm>
            <a:off x="2602017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19"/>
          <p:cNvSpPr/>
          <p:nvPr/>
        </p:nvSpPr>
        <p:spPr>
          <a:xfrm>
            <a:off x="2286000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19"/>
          <p:cNvSpPr/>
          <p:nvPr/>
        </p:nvSpPr>
        <p:spPr>
          <a:xfrm>
            <a:off x="2338669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19"/>
          <p:cNvSpPr/>
          <p:nvPr/>
        </p:nvSpPr>
        <p:spPr>
          <a:xfrm>
            <a:off x="2444008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19"/>
          <p:cNvSpPr/>
          <p:nvPr/>
        </p:nvSpPr>
        <p:spPr>
          <a:xfrm>
            <a:off x="2549347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19"/>
          <p:cNvSpPr/>
          <p:nvPr/>
        </p:nvSpPr>
        <p:spPr>
          <a:xfrm>
            <a:off x="2602017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19"/>
          <p:cNvSpPr/>
          <p:nvPr/>
        </p:nvSpPr>
        <p:spPr>
          <a:xfrm>
            <a:off x="2338669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9"/>
          <p:cNvSpPr/>
          <p:nvPr/>
        </p:nvSpPr>
        <p:spPr>
          <a:xfrm>
            <a:off x="2391339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19"/>
          <p:cNvSpPr/>
          <p:nvPr/>
        </p:nvSpPr>
        <p:spPr>
          <a:xfrm>
            <a:off x="2444008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19"/>
          <p:cNvSpPr/>
          <p:nvPr/>
        </p:nvSpPr>
        <p:spPr>
          <a:xfrm>
            <a:off x="2496678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19"/>
          <p:cNvSpPr/>
          <p:nvPr/>
        </p:nvSpPr>
        <p:spPr>
          <a:xfrm>
            <a:off x="2549347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19"/>
          <p:cNvSpPr/>
          <p:nvPr/>
        </p:nvSpPr>
        <p:spPr>
          <a:xfrm>
            <a:off x="4167469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19"/>
          <p:cNvSpPr/>
          <p:nvPr/>
        </p:nvSpPr>
        <p:spPr>
          <a:xfrm>
            <a:off x="4220139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19"/>
          <p:cNvSpPr/>
          <p:nvPr/>
        </p:nvSpPr>
        <p:spPr>
          <a:xfrm>
            <a:off x="4272808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19"/>
          <p:cNvSpPr/>
          <p:nvPr/>
        </p:nvSpPr>
        <p:spPr>
          <a:xfrm>
            <a:off x="4325478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19"/>
          <p:cNvSpPr/>
          <p:nvPr/>
        </p:nvSpPr>
        <p:spPr>
          <a:xfrm>
            <a:off x="4378147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19"/>
          <p:cNvSpPr/>
          <p:nvPr/>
        </p:nvSpPr>
        <p:spPr>
          <a:xfrm>
            <a:off x="4114800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19"/>
          <p:cNvSpPr/>
          <p:nvPr/>
        </p:nvSpPr>
        <p:spPr>
          <a:xfrm>
            <a:off x="4167469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19"/>
          <p:cNvSpPr/>
          <p:nvPr/>
        </p:nvSpPr>
        <p:spPr>
          <a:xfrm>
            <a:off x="4272808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19"/>
          <p:cNvSpPr/>
          <p:nvPr/>
        </p:nvSpPr>
        <p:spPr>
          <a:xfrm>
            <a:off x="4378147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19"/>
          <p:cNvSpPr/>
          <p:nvPr/>
        </p:nvSpPr>
        <p:spPr>
          <a:xfrm>
            <a:off x="4430817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19"/>
          <p:cNvSpPr/>
          <p:nvPr/>
        </p:nvSpPr>
        <p:spPr>
          <a:xfrm>
            <a:off x="4114800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19"/>
          <p:cNvSpPr/>
          <p:nvPr/>
        </p:nvSpPr>
        <p:spPr>
          <a:xfrm>
            <a:off x="4220139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19"/>
          <p:cNvSpPr/>
          <p:nvPr/>
        </p:nvSpPr>
        <p:spPr>
          <a:xfrm>
            <a:off x="4325478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19"/>
          <p:cNvSpPr/>
          <p:nvPr/>
        </p:nvSpPr>
        <p:spPr>
          <a:xfrm>
            <a:off x="4430817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19"/>
          <p:cNvSpPr/>
          <p:nvPr/>
        </p:nvSpPr>
        <p:spPr>
          <a:xfrm>
            <a:off x="4114800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19"/>
          <p:cNvSpPr/>
          <p:nvPr/>
        </p:nvSpPr>
        <p:spPr>
          <a:xfrm>
            <a:off x="4167469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19"/>
          <p:cNvSpPr/>
          <p:nvPr/>
        </p:nvSpPr>
        <p:spPr>
          <a:xfrm>
            <a:off x="4272808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19"/>
          <p:cNvSpPr/>
          <p:nvPr/>
        </p:nvSpPr>
        <p:spPr>
          <a:xfrm>
            <a:off x="4378147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19"/>
          <p:cNvSpPr/>
          <p:nvPr/>
        </p:nvSpPr>
        <p:spPr>
          <a:xfrm>
            <a:off x="4430817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19"/>
          <p:cNvSpPr/>
          <p:nvPr/>
        </p:nvSpPr>
        <p:spPr>
          <a:xfrm>
            <a:off x="4114800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19"/>
          <p:cNvSpPr/>
          <p:nvPr/>
        </p:nvSpPr>
        <p:spPr>
          <a:xfrm>
            <a:off x="4220139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19"/>
          <p:cNvSpPr/>
          <p:nvPr/>
        </p:nvSpPr>
        <p:spPr>
          <a:xfrm>
            <a:off x="4325478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19"/>
          <p:cNvSpPr/>
          <p:nvPr/>
        </p:nvSpPr>
        <p:spPr>
          <a:xfrm>
            <a:off x="4430817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19"/>
          <p:cNvSpPr/>
          <p:nvPr/>
        </p:nvSpPr>
        <p:spPr>
          <a:xfrm>
            <a:off x="4114800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19"/>
          <p:cNvSpPr/>
          <p:nvPr/>
        </p:nvSpPr>
        <p:spPr>
          <a:xfrm>
            <a:off x="4167469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19"/>
          <p:cNvSpPr/>
          <p:nvPr/>
        </p:nvSpPr>
        <p:spPr>
          <a:xfrm>
            <a:off x="4272808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19"/>
          <p:cNvSpPr/>
          <p:nvPr/>
        </p:nvSpPr>
        <p:spPr>
          <a:xfrm>
            <a:off x="4378147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19"/>
          <p:cNvSpPr/>
          <p:nvPr/>
        </p:nvSpPr>
        <p:spPr>
          <a:xfrm>
            <a:off x="4430817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19"/>
          <p:cNvSpPr/>
          <p:nvPr/>
        </p:nvSpPr>
        <p:spPr>
          <a:xfrm>
            <a:off x="4167469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19"/>
          <p:cNvSpPr/>
          <p:nvPr/>
        </p:nvSpPr>
        <p:spPr>
          <a:xfrm>
            <a:off x="4220139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19"/>
          <p:cNvSpPr/>
          <p:nvPr/>
        </p:nvSpPr>
        <p:spPr>
          <a:xfrm>
            <a:off x="4272808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19"/>
          <p:cNvSpPr/>
          <p:nvPr/>
        </p:nvSpPr>
        <p:spPr>
          <a:xfrm>
            <a:off x="4325478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19"/>
          <p:cNvSpPr/>
          <p:nvPr/>
        </p:nvSpPr>
        <p:spPr>
          <a:xfrm>
            <a:off x="4378147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19"/>
          <p:cNvSpPr/>
          <p:nvPr/>
        </p:nvSpPr>
        <p:spPr>
          <a:xfrm>
            <a:off x="5996269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19"/>
          <p:cNvSpPr/>
          <p:nvPr/>
        </p:nvSpPr>
        <p:spPr>
          <a:xfrm>
            <a:off x="6048939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19"/>
          <p:cNvSpPr/>
          <p:nvPr/>
        </p:nvSpPr>
        <p:spPr>
          <a:xfrm>
            <a:off x="6101608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19"/>
          <p:cNvSpPr/>
          <p:nvPr/>
        </p:nvSpPr>
        <p:spPr>
          <a:xfrm>
            <a:off x="6154278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19"/>
          <p:cNvSpPr/>
          <p:nvPr/>
        </p:nvSpPr>
        <p:spPr>
          <a:xfrm>
            <a:off x="6206947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19"/>
          <p:cNvSpPr/>
          <p:nvPr/>
        </p:nvSpPr>
        <p:spPr>
          <a:xfrm>
            <a:off x="5943600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19"/>
          <p:cNvSpPr/>
          <p:nvPr/>
        </p:nvSpPr>
        <p:spPr>
          <a:xfrm>
            <a:off x="5996269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19"/>
          <p:cNvSpPr/>
          <p:nvPr/>
        </p:nvSpPr>
        <p:spPr>
          <a:xfrm>
            <a:off x="6101608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19"/>
          <p:cNvSpPr/>
          <p:nvPr/>
        </p:nvSpPr>
        <p:spPr>
          <a:xfrm>
            <a:off x="6206947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19"/>
          <p:cNvSpPr/>
          <p:nvPr/>
        </p:nvSpPr>
        <p:spPr>
          <a:xfrm>
            <a:off x="6259617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19"/>
          <p:cNvSpPr/>
          <p:nvPr/>
        </p:nvSpPr>
        <p:spPr>
          <a:xfrm>
            <a:off x="5943600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19"/>
          <p:cNvSpPr/>
          <p:nvPr/>
        </p:nvSpPr>
        <p:spPr>
          <a:xfrm>
            <a:off x="6048939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19"/>
          <p:cNvSpPr/>
          <p:nvPr/>
        </p:nvSpPr>
        <p:spPr>
          <a:xfrm>
            <a:off x="6154278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19"/>
          <p:cNvSpPr/>
          <p:nvPr/>
        </p:nvSpPr>
        <p:spPr>
          <a:xfrm>
            <a:off x="6259617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19"/>
          <p:cNvSpPr/>
          <p:nvPr/>
        </p:nvSpPr>
        <p:spPr>
          <a:xfrm>
            <a:off x="5943600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19"/>
          <p:cNvSpPr/>
          <p:nvPr/>
        </p:nvSpPr>
        <p:spPr>
          <a:xfrm>
            <a:off x="5996269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19"/>
          <p:cNvSpPr/>
          <p:nvPr/>
        </p:nvSpPr>
        <p:spPr>
          <a:xfrm>
            <a:off x="6101608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19"/>
          <p:cNvSpPr/>
          <p:nvPr/>
        </p:nvSpPr>
        <p:spPr>
          <a:xfrm>
            <a:off x="6206947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19"/>
          <p:cNvSpPr/>
          <p:nvPr/>
        </p:nvSpPr>
        <p:spPr>
          <a:xfrm>
            <a:off x="6259617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19"/>
          <p:cNvSpPr/>
          <p:nvPr/>
        </p:nvSpPr>
        <p:spPr>
          <a:xfrm>
            <a:off x="5943600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19"/>
          <p:cNvSpPr/>
          <p:nvPr/>
        </p:nvSpPr>
        <p:spPr>
          <a:xfrm>
            <a:off x="6048939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19"/>
          <p:cNvSpPr/>
          <p:nvPr/>
        </p:nvSpPr>
        <p:spPr>
          <a:xfrm>
            <a:off x="6154278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19"/>
          <p:cNvSpPr/>
          <p:nvPr/>
        </p:nvSpPr>
        <p:spPr>
          <a:xfrm>
            <a:off x="6259617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19"/>
          <p:cNvSpPr/>
          <p:nvPr/>
        </p:nvSpPr>
        <p:spPr>
          <a:xfrm>
            <a:off x="5943600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19"/>
          <p:cNvSpPr/>
          <p:nvPr/>
        </p:nvSpPr>
        <p:spPr>
          <a:xfrm>
            <a:off x="5996269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19"/>
          <p:cNvSpPr/>
          <p:nvPr/>
        </p:nvSpPr>
        <p:spPr>
          <a:xfrm>
            <a:off x="6101608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19"/>
          <p:cNvSpPr/>
          <p:nvPr/>
        </p:nvSpPr>
        <p:spPr>
          <a:xfrm>
            <a:off x="6206947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19"/>
          <p:cNvSpPr/>
          <p:nvPr/>
        </p:nvSpPr>
        <p:spPr>
          <a:xfrm>
            <a:off x="6259617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19"/>
          <p:cNvSpPr/>
          <p:nvPr/>
        </p:nvSpPr>
        <p:spPr>
          <a:xfrm>
            <a:off x="5996269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19"/>
          <p:cNvSpPr/>
          <p:nvPr/>
        </p:nvSpPr>
        <p:spPr>
          <a:xfrm>
            <a:off x="6048939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19"/>
          <p:cNvSpPr/>
          <p:nvPr/>
        </p:nvSpPr>
        <p:spPr>
          <a:xfrm>
            <a:off x="6101608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19"/>
          <p:cNvSpPr/>
          <p:nvPr/>
        </p:nvSpPr>
        <p:spPr>
          <a:xfrm>
            <a:off x="6154278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19"/>
          <p:cNvSpPr/>
          <p:nvPr/>
        </p:nvSpPr>
        <p:spPr>
          <a:xfrm>
            <a:off x="6206947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19"/>
          <p:cNvSpPr/>
          <p:nvPr/>
        </p:nvSpPr>
        <p:spPr>
          <a:xfrm>
            <a:off x="7825069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19"/>
          <p:cNvSpPr/>
          <p:nvPr/>
        </p:nvSpPr>
        <p:spPr>
          <a:xfrm>
            <a:off x="7877739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19"/>
          <p:cNvSpPr/>
          <p:nvPr/>
        </p:nvSpPr>
        <p:spPr>
          <a:xfrm>
            <a:off x="7930408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19"/>
          <p:cNvSpPr/>
          <p:nvPr/>
        </p:nvSpPr>
        <p:spPr>
          <a:xfrm>
            <a:off x="7983078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19"/>
          <p:cNvSpPr/>
          <p:nvPr/>
        </p:nvSpPr>
        <p:spPr>
          <a:xfrm>
            <a:off x="8035747" y="3794760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19"/>
          <p:cNvSpPr/>
          <p:nvPr/>
        </p:nvSpPr>
        <p:spPr>
          <a:xfrm>
            <a:off x="7772400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19"/>
          <p:cNvSpPr/>
          <p:nvPr/>
        </p:nvSpPr>
        <p:spPr>
          <a:xfrm>
            <a:off x="7825069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19"/>
          <p:cNvSpPr/>
          <p:nvPr/>
        </p:nvSpPr>
        <p:spPr>
          <a:xfrm>
            <a:off x="7930408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19"/>
          <p:cNvSpPr/>
          <p:nvPr/>
        </p:nvSpPr>
        <p:spPr>
          <a:xfrm>
            <a:off x="8035747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19"/>
          <p:cNvSpPr/>
          <p:nvPr/>
        </p:nvSpPr>
        <p:spPr>
          <a:xfrm>
            <a:off x="8088417" y="384742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19"/>
          <p:cNvSpPr/>
          <p:nvPr/>
        </p:nvSpPr>
        <p:spPr>
          <a:xfrm>
            <a:off x="7772400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19"/>
          <p:cNvSpPr/>
          <p:nvPr/>
        </p:nvSpPr>
        <p:spPr>
          <a:xfrm>
            <a:off x="7877739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19"/>
          <p:cNvSpPr/>
          <p:nvPr/>
        </p:nvSpPr>
        <p:spPr>
          <a:xfrm>
            <a:off x="7983078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19"/>
          <p:cNvSpPr/>
          <p:nvPr/>
        </p:nvSpPr>
        <p:spPr>
          <a:xfrm>
            <a:off x="8088417" y="3900099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19"/>
          <p:cNvSpPr/>
          <p:nvPr/>
        </p:nvSpPr>
        <p:spPr>
          <a:xfrm>
            <a:off x="7772400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19"/>
          <p:cNvSpPr/>
          <p:nvPr/>
        </p:nvSpPr>
        <p:spPr>
          <a:xfrm>
            <a:off x="7825069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19"/>
          <p:cNvSpPr/>
          <p:nvPr/>
        </p:nvSpPr>
        <p:spPr>
          <a:xfrm>
            <a:off x="7930408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19"/>
          <p:cNvSpPr/>
          <p:nvPr/>
        </p:nvSpPr>
        <p:spPr>
          <a:xfrm>
            <a:off x="8035747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19"/>
          <p:cNvSpPr/>
          <p:nvPr/>
        </p:nvSpPr>
        <p:spPr>
          <a:xfrm>
            <a:off x="8088417" y="395276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19"/>
          <p:cNvSpPr/>
          <p:nvPr/>
        </p:nvSpPr>
        <p:spPr>
          <a:xfrm>
            <a:off x="7772400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19"/>
          <p:cNvSpPr/>
          <p:nvPr/>
        </p:nvSpPr>
        <p:spPr>
          <a:xfrm>
            <a:off x="7877739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19"/>
          <p:cNvSpPr/>
          <p:nvPr/>
        </p:nvSpPr>
        <p:spPr>
          <a:xfrm>
            <a:off x="7983078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19"/>
          <p:cNvSpPr/>
          <p:nvPr/>
        </p:nvSpPr>
        <p:spPr>
          <a:xfrm>
            <a:off x="8088417" y="4005438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19"/>
          <p:cNvSpPr/>
          <p:nvPr/>
        </p:nvSpPr>
        <p:spPr>
          <a:xfrm>
            <a:off x="7772400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19"/>
          <p:cNvSpPr/>
          <p:nvPr/>
        </p:nvSpPr>
        <p:spPr>
          <a:xfrm>
            <a:off x="7825069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19"/>
          <p:cNvSpPr/>
          <p:nvPr/>
        </p:nvSpPr>
        <p:spPr>
          <a:xfrm>
            <a:off x="7930408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19"/>
          <p:cNvSpPr/>
          <p:nvPr/>
        </p:nvSpPr>
        <p:spPr>
          <a:xfrm>
            <a:off x="8035747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19"/>
          <p:cNvSpPr/>
          <p:nvPr/>
        </p:nvSpPr>
        <p:spPr>
          <a:xfrm>
            <a:off x="8088417" y="405810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19"/>
          <p:cNvSpPr/>
          <p:nvPr/>
        </p:nvSpPr>
        <p:spPr>
          <a:xfrm>
            <a:off x="7825069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19"/>
          <p:cNvSpPr/>
          <p:nvPr/>
        </p:nvSpPr>
        <p:spPr>
          <a:xfrm>
            <a:off x="7877739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19"/>
          <p:cNvSpPr/>
          <p:nvPr/>
        </p:nvSpPr>
        <p:spPr>
          <a:xfrm>
            <a:off x="7930408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19"/>
          <p:cNvSpPr/>
          <p:nvPr/>
        </p:nvSpPr>
        <p:spPr>
          <a:xfrm>
            <a:off x="7983078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19"/>
          <p:cNvSpPr/>
          <p:nvPr/>
        </p:nvSpPr>
        <p:spPr>
          <a:xfrm>
            <a:off x="8035747" y="4110777"/>
            <a:ext cx="49926" cy="4992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1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19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19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19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19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◄ LEVEL 4: GUARDRAILS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20"/>
          <p:cNvSpPr/>
          <p:nvPr/>
        </p:nvSpPr>
        <p:spPr>
          <a:xfrm>
            <a:off x="6453901" y="3427390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p20"/>
          <p:cNvSpPr/>
          <p:nvPr/>
        </p:nvSpPr>
        <p:spPr>
          <a:xfrm>
            <a:off x="2659739" y="4224551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20"/>
          <p:cNvSpPr/>
          <p:nvPr/>
        </p:nvSpPr>
        <p:spPr>
          <a:xfrm>
            <a:off x="2612732" y="2140343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20"/>
          <p:cNvSpPr/>
          <p:nvPr/>
        </p:nvSpPr>
        <p:spPr>
          <a:xfrm>
            <a:off x="4959161" y="1950323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20"/>
          <p:cNvSpPr/>
          <p:nvPr/>
        </p:nvSpPr>
        <p:spPr>
          <a:xfrm>
            <a:off x="4052895" y="4775119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20"/>
          <p:cNvSpPr/>
          <p:nvPr/>
        </p:nvSpPr>
        <p:spPr>
          <a:xfrm>
            <a:off x="4360699" y="4426770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20"/>
          <p:cNvSpPr/>
          <p:nvPr/>
        </p:nvSpPr>
        <p:spPr>
          <a:xfrm>
            <a:off x="3491785" y="281607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20"/>
          <p:cNvSpPr/>
          <p:nvPr/>
        </p:nvSpPr>
        <p:spPr>
          <a:xfrm>
            <a:off x="8636229" y="3693574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20"/>
          <p:cNvSpPr/>
          <p:nvPr/>
        </p:nvSpPr>
        <p:spPr>
          <a:xfrm>
            <a:off x="1641973" y="4690812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20"/>
          <p:cNvSpPr/>
          <p:nvPr/>
        </p:nvSpPr>
        <p:spPr>
          <a:xfrm>
            <a:off x="541045" y="1483139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20"/>
          <p:cNvSpPr/>
          <p:nvPr/>
        </p:nvSpPr>
        <p:spPr>
          <a:xfrm>
            <a:off x="3739788" y="1611267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20"/>
          <p:cNvSpPr/>
          <p:nvPr/>
        </p:nvSpPr>
        <p:spPr>
          <a:xfrm>
            <a:off x="4863497" y="4632336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20"/>
          <p:cNvSpPr/>
          <p:nvPr/>
        </p:nvSpPr>
        <p:spPr>
          <a:xfrm>
            <a:off x="6005983" y="3561665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20"/>
          <p:cNvSpPr/>
          <p:nvPr/>
        </p:nvSpPr>
        <p:spPr>
          <a:xfrm>
            <a:off x="7876434" y="2361658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20"/>
          <p:cNvSpPr/>
          <p:nvPr/>
        </p:nvSpPr>
        <p:spPr>
          <a:xfrm>
            <a:off x="3350099" y="358897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20"/>
          <p:cNvSpPr/>
          <p:nvPr/>
        </p:nvSpPr>
        <p:spPr>
          <a:xfrm>
            <a:off x="7897760" y="3801260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20"/>
          <p:cNvSpPr/>
          <p:nvPr/>
        </p:nvSpPr>
        <p:spPr>
          <a:xfrm>
            <a:off x="6665052" y="455931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20"/>
          <p:cNvSpPr/>
          <p:nvPr/>
        </p:nvSpPr>
        <p:spPr>
          <a:xfrm>
            <a:off x="2996305" y="2465999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20"/>
          <p:cNvSpPr/>
          <p:nvPr/>
        </p:nvSpPr>
        <p:spPr>
          <a:xfrm>
            <a:off x="8235838" y="4713665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20"/>
          <p:cNvSpPr/>
          <p:nvPr/>
        </p:nvSpPr>
        <p:spPr>
          <a:xfrm>
            <a:off x="4478920" y="909641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20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18/20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2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THE CORE PRINCIPLE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2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0A1F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p20"/>
          <p:cNvSpPr/>
          <p:nvPr/>
        </p:nvSpPr>
        <p:spPr>
          <a:xfrm>
            <a:off x="457200" y="91440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20"/>
          <p:cNvSpPr/>
          <p:nvPr/>
        </p:nvSpPr>
        <p:spPr>
          <a:xfrm>
            <a:off x="457200" y="91440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20"/>
          <p:cNvSpPr/>
          <p:nvPr/>
        </p:nvSpPr>
        <p:spPr>
          <a:xfrm>
            <a:off x="8522208" y="914400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20"/>
          <p:cNvSpPr/>
          <p:nvPr/>
        </p:nvSpPr>
        <p:spPr>
          <a:xfrm>
            <a:off x="8650224" y="914400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20"/>
          <p:cNvSpPr/>
          <p:nvPr/>
        </p:nvSpPr>
        <p:spPr>
          <a:xfrm>
            <a:off x="457200" y="197510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20"/>
          <p:cNvSpPr/>
          <p:nvPr/>
        </p:nvSpPr>
        <p:spPr>
          <a:xfrm>
            <a:off x="457200" y="184708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20"/>
          <p:cNvSpPr/>
          <p:nvPr/>
        </p:nvSpPr>
        <p:spPr>
          <a:xfrm>
            <a:off x="8522208" y="1975104"/>
            <a:ext cx="16459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20"/>
          <p:cNvSpPr/>
          <p:nvPr/>
        </p:nvSpPr>
        <p:spPr>
          <a:xfrm>
            <a:off x="8650224" y="1847088"/>
            <a:ext cx="36576" cy="16459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20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USE DETERMINISTIC CONTROLS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TO BLOCK PROBABILISTIC AGENTS.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20"/>
          <p:cNvSpPr/>
          <p:nvPr/>
        </p:nvSpPr>
        <p:spPr>
          <a:xfrm>
            <a:off x="457200" y="2286000"/>
            <a:ext cx="8229600" cy="1463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20"/>
          <p:cNvSpPr/>
          <p:nvPr/>
        </p:nvSpPr>
        <p:spPr>
          <a:xfrm>
            <a:off x="457200" y="2286000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20"/>
          <p:cNvSpPr/>
          <p:nvPr/>
        </p:nvSpPr>
        <p:spPr>
          <a:xfrm>
            <a:off x="457200" y="2286000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20"/>
          <p:cNvSpPr/>
          <p:nvPr/>
        </p:nvSpPr>
        <p:spPr>
          <a:xfrm>
            <a:off x="8522208" y="2286000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20"/>
          <p:cNvSpPr/>
          <p:nvPr/>
        </p:nvSpPr>
        <p:spPr>
          <a:xfrm>
            <a:off x="8650224" y="2286000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20"/>
          <p:cNvSpPr/>
          <p:nvPr/>
        </p:nvSpPr>
        <p:spPr>
          <a:xfrm>
            <a:off x="457200" y="3712464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20"/>
          <p:cNvSpPr/>
          <p:nvPr/>
        </p:nvSpPr>
        <p:spPr>
          <a:xfrm>
            <a:off x="457200" y="3584448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20"/>
          <p:cNvSpPr/>
          <p:nvPr/>
        </p:nvSpPr>
        <p:spPr>
          <a:xfrm>
            <a:off x="8522208" y="3712464"/>
            <a:ext cx="1645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20"/>
          <p:cNvSpPr/>
          <p:nvPr/>
        </p:nvSpPr>
        <p:spPr>
          <a:xfrm>
            <a:off x="8650224" y="3584448"/>
            <a:ext cx="36576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0" name="Google Shape;2240;p20"/>
          <p:cNvSpPr/>
          <p:nvPr/>
        </p:nvSpPr>
        <p:spPr>
          <a:xfrm>
            <a:off x="640080" y="2331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WOULD YOU GIVE A JUNIOR DEV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FULL PROD ACCESS WITH NO CI/CD?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THEN WHY GIVE IT TO AN AI AGENT?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20"/>
          <p:cNvSpPr/>
          <p:nvPr/>
        </p:nvSpPr>
        <p:spPr>
          <a:xfrm>
            <a:off x="274320" y="393192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YOUR CI/CD PIPELINE IS THE GUARDRAIL.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2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20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20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20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20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◄ LEVEL 4: GUARDRAILS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p21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19/20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2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WHO'S THE PROBLEM?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21"/>
          <p:cNvSpPr/>
          <p:nvPr/>
        </p:nvSpPr>
        <p:spPr>
          <a:xfrm>
            <a:off x="365760" y="640080"/>
            <a:ext cx="5303520" cy="6858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21"/>
          <p:cNvSpPr/>
          <p:nvPr/>
        </p:nvSpPr>
        <p:spPr>
          <a:xfrm>
            <a:off x="365760" y="640080"/>
            <a:ext cx="91440" cy="6858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21"/>
          <p:cNvSpPr/>
          <p:nvPr/>
        </p:nvSpPr>
        <p:spPr>
          <a:xfrm>
            <a:off x="640080" y="64008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5-year-old draws on the wall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"/>
          <p:cNvSpPr/>
          <p:nvPr/>
        </p:nvSpPr>
        <p:spPr>
          <a:xfrm>
            <a:off x="5943600" y="640080"/>
            <a:ext cx="2834640" cy="685800"/>
          </a:xfrm>
          <a:prstGeom prst="rect">
            <a:avLst/>
          </a:prstGeom>
          <a:solidFill>
            <a:srgbClr val="0A1F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21"/>
          <p:cNvSpPr/>
          <p:nvPr/>
        </p:nvSpPr>
        <p:spPr>
          <a:xfrm>
            <a:off x="5943600" y="64008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YOUR FAULT.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"/>
          <p:cNvSpPr/>
          <p:nvPr/>
        </p:nvSpPr>
        <p:spPr>
          <a:xfrm>
            <a:off x="365760" y="1463040"/>
            <a:ext cx="5303520" cy="6858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21"/>
          <p:cNvSpPr/>
          <p:nvPr/>
        </p:nvSpPr>
        <p:spPr>
          <a:xfrm>
            <a:off x="365760" y="1463040"/>
            <a:ext cx="91440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21"/>
          <p:cNvSpPr/>
          <p:nvPr/>
        </p:nvSpPr>
        <p:spPr>
          <a:xfrm>
            <a:off x="640080" y="146304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Puppy eats your shoes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21"/>
          <p:cNvSpPr/>
          <p:nvPr/>
        </p:nvSpPr>
        <p:spPr>
          <a:xfrm>
            <a:off x="5943600" y="1463040"/>
            <a:ext cx="2834640" cy="685800"/>
          </a:xfrm>
          <a:prstGeom prst="rect">
            <a:avLst/>
          </a:prstGeom>
          <a:solidFill>
            <a:srgbClr val="0A1F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21"/>
          <p:cNvSpPr/>
          <p:nvPr/>
        </p:nvSpPr>
        <p:spPr>
          <a:xfrm>
            <a:off x="5943600" y="146304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YOUR FAULT.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21"/>
          <p:cNvSpPr/>
          <p:nvPr/>
        </p:nvSpPr>
        <p:spPr>
          <a:xfrm>
            <a:off x="365760" y="2286000"/>
            <a:ext cx="5303520" cy="6858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21"/>
          <p:cNvSpPr/>
          <p:nvPr/>
        </p:nvSpPr>
        <p:spPr>
          <a:xfrm>
            <a:off x="365760" y="2286000"/>
            <a:ext cx="91440" cy="68580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21"/>
          <p:cNvSpPr/>
          <p:nvPr/>
        </p:nvSpPr>
        <p:spPr>
          <a:xfrm>
            <a:off x="640080" y="228600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8E8FF"/>
                </a:solidFill>
                <a:latin typeface="Courier New"/>
                <a:ea typeface="Courier New"/>
                <a:cs typeface="Courier New"/>
                <a:sym typeface="Courier New"/>
              </a:rPr>
              <a:t>Flag says "DANGEROUSLY." You typed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21"/>
          <p:cNvSpPr/>
          <p:nvPr/>
        </p:nvSpPr>
        <p:spPr>
          <a:xfrm>
            <a:off x="5943600" y="2286000"/>
            <a:ext cx="2834640" cy="6858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21"/>
          <p:cNvSpPr/>
          <p:nvPr/>
        </p:nvSpPr>
        <p:spPr>
          <a:xfrm>
            <a:off x="5943600" y="228600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74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1744"/>
                </a:solidFill>
                <a:latin typeface="Courier New"/>
                <a:ea typeface="Courier New"/>
                <a:cs typeface="Courier New"/>
                <a:sym typeface="Courier New"/>
              </a:rPr>
              <a:t>YOUR FAULT.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21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DC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rgbClr val="FF00DC"/>
                </a:solidFill>
                <a:latin typeface="Courier New"/>
                <a:ea typeface="Courier New"/>
                <a:cs typeface="Courier New"/>
                <a:sym typeface="Courier New"/>
              </a:rPr>
              <a:t>I'M THE PROBLEM.  IT'S ME.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21"/>
          <p:cNvSpPr/>
          <p:nvPr/>
        </p:nvSpPr>
        <p:spPr>
          <a:xfrm>
            <a:off x="4220139" y="3840480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21"/>
          <p:cNvSpPr/>
          <p:nvPr/>
        </p:nvSpPr>
        <p:spPr>
          <a:xfrm>
            <a:off x="4272808" y="3840480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21"/>
          <p:cNvSpPr/>
          <p:nvPr/>
        </p:nvSpPr>
        <p:spPr>
          <a:xfrm>
            <a:off x="4325478" y="3840480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21"/>
          <p:cNvSpPr/>
          <p:nvPr/>
        </p:nvSpPr>
        <p:spPr>
          <a:xfrm>
            <a:off x="4378147" y="3840480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21"/>
          <p:cNvSpPr/>
          <p:nvPr/>
        </p:nvSpPr>
        <p:spPr>
          <a:xfrm>
            <a:off x="4430817" y="3840480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21"/>
          <p:cNvSpPr/>
          <p:nvPr/>
        </p:nvSpPr>
        <p:spPr>
          <a:xfrm>
            <a:off x="4167469" y="389314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21"/>
          <p:cNvSpPr/>
          <p:nvPr/>
        </p:nvSpPr>
        <p:spPr>
          <a:xfrm>
            <a:off x="4220139" y="389314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21"/>
          <p:cNvSpPr/>
          <p:nvPr/>
        </p:nvSpPr>
        <p:spPr>
          <a:xfrm>
            <a:off x="4272808" y="389314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21"/>
          <p:cNvSpPr/>
          <p:nvPr/>
        </p:nvSpPr>
        <p:spPr>
          <a:xfrm>
            <a:off x="4325478" y="389314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21"/>
          <p:cNvSpPr/>
          <p:nvPr/>
        </p:nvSpPr>
        <p:spPr>
          <a:xfrm>
            <a:off x="4378147" y="389314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21"/>
          <p:cNvSpPr/>
          <p:nvPr/>
        </p:nvSpPr>
        <p:spPr>
          <a:xfrm>
            <a:off x="4430817" y="389314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21"/>
          <p:cNvSpPr/>
          <p:nvPr/>
        </p:nvSpPr>
        <p:spPr>
          <a:xfrm>
            <a:off x="4483486" y="389314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21"/>
          <p:cNvSpPr/>
          <p:nvPr/>
        </p:nvSpPr>
        <p:spPr>
          <a:xfrm>
            <a:off x="4114800" y="394581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21"/>
          <p:cNvSpPr/>
          <p:nvPr/>
        </p:nvSpPr>
        <p:spPr>
          <a:xfrm>
            <a:off x="4167469" y="394581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21"/>
          <p:cNvSpPr/>
          <p:nvPr/>
        </p:nvSpPr>
        <p:spPr>
          <a:xfrm>
            <a:off x="4272808" y="394581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21"/>
          <p:cNvSpPr/>
          <p:nvPr/>
        </p:nvSpPr>
        <p:spPr>
          <a:xfrm>
            <a:off x="4325478" y="394581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21"/>
          <p:cNvSpPr/>
          <p:nvPr/>
        </p:nvSpPr>
        <p:spPr>
          <a:xfrm>
            <a:off x="4378147" y="394581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21"/>
          <p:cNvSpPr/>
          <p:nvPr/>
        </p:nvSpPr>
        <p:spPr>
          <a:xfrm>
            <a:off x="4483486" y="394581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21"/>
          <p:cNvSpPr/>
          <p:nvPr/>
        </p:nvSpPr>
        <p:spPr>
          <a:xfrm>
            <a:off x="4536156" y="3945819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21"/>
          <p:cNvSpPr/>
          <p:nvPr/>
        </p:nvSpPr>
        <p:spPr>
          <a:xfrm>
            <a:off x="4114800" y="399848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21"/>
          <p:cNvSpPr/>
          <p:nvPr/>
        </p:nvSpPr>
        <p:spPr>
          <a:xfrm>
            <a:off x="4167469" y="399848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21"/>
          <p:cNvSpPr/>
          <p:nvPr/>
        </p:nvSpPr>
        <p:spPr>
          <a:xfrm>
            <a:off x="4220139" y="399848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1"/>
          <p:cNvSpPr/>
          <p:nvPr/>
        </p:nvSpPr>
        <p:spPr>
          <a:xfrm>
            <a:off x="4272808" y="399848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21"/>
          <p:cNvSpPr/>
          <p:nvPr/>
        </p:nvSpPr>
        <p:spPr>
          <a:xfrm>
            <a:off x="4325478" y="399848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21"/>
          <p:cNvSpPr/>
          <p:nvPr/>
        </p:nvSpPr>
        <p:spPr>
          <a:xfrm>
            <a:off x="4378147" y="399848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21"/>
          <p:cNvSpPr/>
          <p:nvPr/>
        </p:nvSpPr>
        <p:spPr>
          <a:xfrm>
            <a:off x="4430817" y="399848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21"/>
          <p:cNvSpPr/>
          <p:nvPr/>
        </p:nvSpPr>
        <p:spPr>
          <a:xfrm>
            <a:off x="4483486" y="399848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21"/>
          <p:cNvSpPr/>
          <p:nvPr/>
        </p:nvSpPr>
        <p:spPr>
          <a:xfrm>
            <a:off x="4536156" y="399848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21"/>
          <p:cNvSpPr/>
          <p:nvPr/>
        </p:nvSpPr>
        <p:spPr>
          <a:xfrm>
            <a:off x="4167469" y="405115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21"/>
          <p:cNvSpPr/>
          <p:nvPr/>
        </p:nvSpPr>
        <p:spPr>
          <a:xfrm>
            <a:off x="4272808" y="405115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21"/>
          <p:cNvSpPr/>
          <p:nvPr/>
        </p:nvSpPr>
        <p:spPr>
          <a:xfrm>
            <a:off x="4378147" y="405115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21"/>
          <p:cNvSpPr/>
          <p:nvPr/>
        </p:nvSpPr>
        <p:spPr>
          <a:xfrm>
            <a:off x="4483486" y="4051158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21"/>
          <p:cNvSpPr/>
          <p:nvPr/>
        </p:nvSpPr>
        <p:spPr>
          <a:xfrm>
            <a:off x="4220139" y="4103827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21"/>
          <p:cNvSpPr/>
          <p:nvPr/>
        </p:nvSpPr>
        <p:spPr>
          <a:xfrm>
            <a:off x="4325478" y="4103827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21"/>
          <p:cNvSpPr/>
          <p:nvPr/>
        </p:nvSpPr>
        <p:spPr>
          <a:xfrm>
            <a:off x="4430817" y="4103827"/>
            <a:ext cx="49926" cy="49926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2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21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00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21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00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21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00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21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DC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00DC"/>
                </a:solidFill>
                <a:latin typeface="Courier New"/>
                <a:ea typeface="Courier New"/>
                <a:cs typeface="Courier New"/>
                <a:sym typeface="Courier New"/>
              </a:rPr>
              <a:t>◄ LEVEL 5: CLOSE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22"/>
          <p:cNvSpPr/>
          <p:nvPr/>
        </p:nvSpPr>
        <p:spPr>
          <a:xfrm>
            <a:off x="8049394" y="4356122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22"/>
          <p:cNvSpPr/>
          <p:nvPr/>
        </p:nvSpPr>
        <p:spPr>
          <a:xfrm>
            <a:off x="6838914" y="216312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22"/>
          <p:cNvSpPr/>
          <p:nvPr/>
        </p:nvSpPr>
        <p:spPr>
          <a:xfrm>
            <a:off x="2899331" y="3296011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22"/>
          <p:cNvSpPr/>
          <p:nvPr/>
        </p:nvSpPr>
        <p:spPr>
          <a:xfrm>
            <a:off x="3529479" y="746878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22"/>
          <p:cNvSpPr/>
          <p:nvPr/>
        </p:nvSpPr>
        <p:spPr>
          <a:xfrm>
            <a:off x="5195078" y="3078135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22"/>
          <p:cNvSpPr/>
          <p:nvPr/>
        </p:nvSpPr>
        <p:spPr>
          <a:xfrm>
            <a:off x="6180810" y="4505032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22"/>
          <p:cNvSpPr/>
          <p:nvPr/>
        </p:nvSpPr>
        <p:spPr>
          <a:xfrm>
            <a:off x="5092178" y="2775032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22"/>
          <p:cNvSpPr/>
          <p:nvPr/>
        </p:nvSpPr>
        <p:spPr>
          <a:xfrm>
            <a:off x="6944392" y="353272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22"/>
          <p:cNvSpPr/>
          <p:nvPr/>
        </p:nvSpPr>
        <p:spPr>
          <a:xfrm>
            <a:off x="5995954" y="4285597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22"/>
          <p:cNvSpPr/>
          <p:nvPr/>
        </p:nvSpPr>
        <p:spPr>
          <a:xfrm>
            <a:off x="3712698" y="1521252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22"/>
          <p:cNvSpPr/>
          <p:nvPr/>
        </p:nvSpPr>
        <p:spPr>
          <a:xfrm>
            <a:off x="8875975" y="2854821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22"/>
          <p:cNvSpPr/>
          <p:nvPr/>
        </p:nvSpPr>
        <p:spPr>
          <a:xfrm>
            <a:off x="4529628" y="1958495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22"/>
          <p:cNvSpPr/>
          <p:nvPr/>
        </p:nvSpPr>
        <p:spPr>
          <a:xfrm>
            <a:off x="8840532" y="1403722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22"/>
          <p:cNvSpPr/>
          <p:nvPr/>
        </p:nvSpPr>
        <p:spPr>
          <a:xfrm>
            <a:off x="628101" y="1126616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22"/>
          <p:cNvSpPr/>
          <p:nvPr/>
        </p:nvSpPr>
        <p:spPr>
          <a:xfrm>
            <a:off x="1615579" y="4334053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22"/>
          <p:cNvSpPr/>
          <p:nvPr/>
        </p:nvSpPr>
        <p:spPr>
          <a:xfrm>
            <a:off x="8740292" y="4011722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22"/>
          <p:cNvSpPr/>
          <p:nvPr/>
        </p:nvSpPr>
        <p:spPr>
          <a:xfrm>
            <a:off x="2510750" y="692945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22"/>
          <p:cNvSpPr/>
          <p:nvPr/>
        </p:nvSpPr>
        <p:spPr>
          <a:xfrm>
            <a:off x="7409169" y="4762667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2"/>
          <p:cNvSpPr/>
          <p:nvPr/>
        </p:nvSpPr>
        <p:spPr>
          <a:xfrm>
            <a:off x="7664772" y="962595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2"/>
          <p:cNvSpPr/>
          <p:nvPr/>
        </p:nvSpPr>
        <p:spPr>
          <a:xfrm>
            <a:off x="428126" y="2458834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22"/>
          <p:cNvSpPr/>
          <p:nvPr/>
        </p:nvSpPr>
        <p:spPr>
          <a:xfrm>
            <a:off x="4948673" y="3371803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22"/>
          <p:cNvSpPr/>
          <p:nvPr/>
        </p:nvSpPr>
        <p:spPr>
          <a:xfrm>
            <a:off x="2636662" y="1481925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22"/>
          <p:cNvSpPr/>
          <p:nvPr/>
        </p:nvSpPr>
        <p:spPr>
          <a:xfrm>
            <a:off x="4660118" y="4690458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22"/>
          <p:cNvSpPr/>
          <p:nvPr/>
        </p:nvSpPr>
        <p:spPr>
          <a:xfrm>
            <a:off x="7653655" y="3460646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22"/>
          <p:cNvSpPr/>
          <p:nvPr/>
        </p:nvSpPr>
        <p:spPr>
          <a:xfrm>
            <a:off x="5401303" y="3742326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22"/>
          <p:cNvSpPr/>
          <p:nvPr/>
        </p:nvSpPr>
        <p:spPr>
          <a:xfrm>
            <a:off x="1402758" y="4581839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22"/>
          <p:cNvSpPr/>
          <p:nvPr/>
        </p:nvSpPr>
        <p:spPr>
          <a:xfrm>
            <a:off x="5880821" y="3252150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22"/>
          <p:cNvSpPr/>
          <p:nvPr/>
        </p:nvSpPr>
        <p:spPr>
          <a:xfrm>
            <a:off x="5015260" y="4491076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22"/>
          <p:cNvSpPr/>
          <p:nvPr/>
        </p:nvSpPr>
        <p:spPr>
          <a:xfrm>
            <a:off x="1779190" y="868007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p22"/>
          <p:cNvSpPr/>
          <p:nvPr/>
        </p:nvSpPr>
        <p:spPr>
          <a:xfrm>
            <a:off x="8210498" y="791390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22"/>
          <p:cNvSpPr/>
          <p:nvPr/>
        </p:nvSpPr>
        <p:spPr>
          <a:xfrm>
            <a:off x="250602" y="3793233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22"/>
          <p:cNvSpPr/>
          <p:nvPr/>
        </p:nvSpPr>
        <p:spPr>
          <a:xfrm>
            <a:off x="4914213" y="319815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p22"/>
          <p:cNvSpPr/>
          <p:nvPr/>
        </p:nvSpPr>
        <p:spPr>
          <a:xfrm>
            <a:off x="8175937" y="310280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22"/>
          <p:cNvSpPr/>
          <p:nvPr/>
        </p:nvSpPr>
        <p:spPr>
          <a:xfrm>
            <a:off x="4799965" y="4440538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22"/>
          <p:cNvSpPr/>
          <p:nvPr/>
        </p:nvSpPr>
        <p:spPr>
          <a:xfrm>
            <a:off x="3712424" y="2411127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22"/>
          <p:cNvSpPr/>
          <p:nvPr/>
        </p:nvSpPr>
        <p:spPr>
          <a:xfrm>
            <a:off x="303742" y="3806983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22"/>
          <p:cNvSpPr/>
          <p:nvPr/>
        </p:nvSpPr>
        <p:spPr>
          <a:xfrm>
            <a:off x="668256" y="4535568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22"/>
          <p:cNvSpPr/>
          <p:nvPr/>
        </p:nvSpPr>
        <p:spPr>
          <a:xfrm>
            <a:off x="3670371" y="3908804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22"/>
          <p:cNvSpPr/>
          <p:nvPr/>
        </p:nvSpPr>
        <p:spPr>
          <a:xfrm>
            <a:off x="8566807" y="2374555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22"/>
          <p:cNvSpPr/>
          <p:nvPr/>
        </p:nvSpPr>
        <p:spPr>
          <a:xfrm>
            <a:off x="1840449" y="568643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22"/>
          <p:cNvSpPr/>
          <p:nvPr/>
        </p:nvSpPr>
        <p:spPr>
          <a:xfrm>
            <a:off x="3754702" y="1806332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22"/>
          <p:cNvSpPr/>
          <p:nvPr/>
        </p:nvSpPr>
        <p:spPr>
          <a:xfrm>
            <a:off x="1270712" y="2921756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22"/>
          <p:cNvSpPr/>
          <p:nvPr/>
        </p:nvSpPr>
        <p:spPr>
          <a:xfrm>
            <a:off x="808457" y="4733567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22"/>
          <p:cNvSpPr/>
          <p:nvPr/>
        </p:nvSpPr>
        <p:spPr>
          <a:xfrm>
            <a:off x="3663948" y="4775897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9" name="Google Shape;2359;p22"/>
          <p:cNvSpPr/>
          <p:nvPr/>
        </p:nvSpPr>
        <p:spPr>
          <a:xfrm>
            <a:off x="7569434" y="862235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22"/>
          <p:cNvSpPr/>
          <p:nvPr/>
        </p:nvSpPr>
        <p:spPr>
          <a:xfrm>
            <a:off x="7442440" y="3579878"/>
            <a:ext cx="54864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22"/>
          <p:cNvSpPr/>
          <p:nvPr/>
        </p:nvSpPr>
        <p:spPr>
          <a:xfrm>
            <a:off x="459581" y="258902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22"/>
          <p:cNvSpPr/>
          <p:nvPr/>
        </p:nvSpPr>
        <p:spPr>
          <a:xfrm>
            <a:off x="1815992" y="3524174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22"/>
          <p:cNvSpPr/>
          <p:nvPr/>
        </p:nvSpPr>
        <p:spPr>
          <a:xfrm>
            <a:off x="5848404" y="4138258"/>
            <a:ext cx="36576" cy="36576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22"/>
          <p:cNvSpPr/>
          <p:nvPr/>
        </p:nvSpPr>
        <p:spPr>
          <a:xfrm>
            <a:off x="3755953" y="1881860"/>
            <a:ext cx="36576" cy="36576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22"/>
          <p:cNvSpPr/>
          <p:nvPr/>
        </p:nvSpPr>
        <p:spPr>
          <a:xfrm>
            <a:off x="7040880" y="640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1UP  20/20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6" name="Google Shape;2366;p2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rgbClr val="00E5FF"/>
                </a:solidFill>
                <a:latin typeface="Courier New"/>
                <a:ea typeface="Courier New"/>
                <a:cs typeface="Courier New"/>
                <a:sym typeface="Courier New"/>
              </a:rPr>
              <a:t>AI IS A DEVELOPER.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2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GIVE IT A DEVELOPER'S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rgbClr val="39FF14"/>
                </a:solidFill>
                <a:latin typeface="Courier New"/>
                <a:ea typeface="Courier New"/>
                <a:cs typeface="Courier New"/>
                <a:sym typeface="Courier New"/>
              </a:rPr>
              <a:t>GUARDRAILS.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2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E500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FFE500"/>
                </a:solidFill>
                <a:latin typeface="Courier New"/>
                <a:ea typeface="Courier New"/>
                <a:cs typeface="Courier New"/>
                <a:sym typeface="Courier New"/>
              </a:rPr>
              <a:t>TRUST AI.  VERIFY EVERYTHING.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9" name="Google Shape;2369;p22"/>
          <p:cNvSpPr/>
          <p:nvPr/>
        </p:nvSpPr>
        <p:spPr>
          <a:xfrm>
            <a:off x="621060" y="13716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22"/>
          <p:cNvSpPr/>
          <p:nvPr/>
        </p:nvSpPr>
        <p:spPr>
          <a:xfrm>
            <a:off x="838322" y="13716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22"/>
          <p:cNvSpPr/>
          <p:nvPr/>
        </p:nvSpPr>
        <p:spPr>
          <a:xfrm>
            <a:off x="657271" y="17337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22"/>
          <p:cNvSpPr/>
          <p:nvPr/>
        </p:nvSpPr>
        <p:spPr>
          <a:xfrm>
            <a:off x="802112" y="17337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22"/>
          <p:cNvSpPr/>
          <p:nvPr/>
        </p:nvSpPr>
        <p:spPr>
          <a:xfrm>
            <a:off x="621060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22"/>
          <p:cNvSpPr/>
          <p:nvPr/>
        </p:nvSpPr>
        <p:spPr>
          <a:xfrm>
            <a:off x="65727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22"/>
          <p:cNvSpPr/>
          <p:nvPr/>
        </p:nvSpPr>
        <p:spPr>
          <a:xfrm>
            <a:off x="69348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22"/>
          <p:cNvSpPr/>
          <p:nvPr/>
        </p:nvSpPr>
        <p:spPr>
          <a:xfrm>
            <a:off x="72969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22"/>
          <p:cNvSpPr/>
          <p:nvPr/>
        </p:nvSpPr>
        <p:spPr>
          <a:xfrm>
            <a:off x="76590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22"/>
          <p:cNvSpPr/>
          <p:nvPr/>
        </p:nvSpPr>
        <p:spPr>
          <a:xfrm>
            <a:off x="802112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p22"/>
          <p:cNvSpPr/>
          <p:nvPr/>
        </p:nvSpPr>
        <p:spPr>
          <a:xfrm>
            <a:off x="838322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22"/>
          <p:cNvSpPr/>
          <p:nvPr/>
        </p:nvSpPr>
        <p:spPr>
          <a:xfrm>
            <a:off x="584850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p22"/>
          <p:cNvSpPr/>
          <p:nvPr/>
        </p:nvSpPr>
        <p:spPr>
          <a:xfrm>
            <a:off x="621060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22"/>
          <p:cNvSpPr/>
          <p:nvPr/>
        </p:nvSpPr>
        <p:spPr>
          <a:xfrm>
            <a:off x="69348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p22"/>
          <p:cNvSpPr/>
          <p:nvPr/>
        </p:nvSpPr>
        <p:spPr>
          <a:xfrm>
            <a:off x="72969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22"/>
          <p:cNvSpPr/>
          <p:nvPr/>
        </p:nvSpPr>
        <p:spPr>
          <a:xfrm>
            <a:off x="76590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22"/>
          <p:cNvSpPr/>
          <p:nvPr/>
        </p:nvSpPr>
        <p:spPr>
          <a:xfrm>
            <a:off x="838322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22"/>
          <p:cNvSpPr/>
          <p:nvPr/>
        </p:nvSpPr>
        <p:spPr>
          <a:xfrm>
            <a:off x="874532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p22"/>
          <p:cNvSpPr/>
          <p:nvPr/>
        </p:nvSpPr>
        <p:spPr>
          <a:xfrm>
            <a:off x="54864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22"/>
          <p:cNvSpPr/>
          <p:nvPr/>
        </p:nvSpPr>
        <p:spPr>
          <a:xfrm>
            <a:off x="58485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22"/>
          <p:cNvSpPr/>
          <p:nvPr/>
        </p:nvSpPr>
        <p:spPr>
          <a:xfrm>
            <a:off x="62106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22"/>
          <p:cNvSpPr/>
          <p:nvPr/>
        </p:nvSpPr>
        <p:spPr>
          <a:xfrm>
            <a:off x="65727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22"/>
          <p:cNvSpPr/>
          <p:nvPr/>
        </p:nvSpPr>
        <p:spPr>
          <a:xfrm>
            <a:off x="69348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22"/>
          <p:cNvSpPr/>
          <p:nvPr/>
        </p:nvSpPr>
        <p:spPr>
          <a:xfrm>
            <a:off x="72969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22"/>
          <p:cNvSpPr/>
          <p:nvPr/>
        </p:nvSpPr>
        <p:spPr>
          <a:xfrm>
            <a:off x="76590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22"/>
          <p:cNvSpPr/>
          <p:nvPr/>
        </p:nvSpPr>
        <p:spPr>
          <a:xfrm>
            <a:off x="80211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22"/>
          <p:cNvSpPr/>
          <p:nvPr/>
        </p:nvSpPr>
        <p:spPr>
          <a:xfrm>
            <a:off x="83832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22"/>
          <p:cNvSpPr/>
          <p:nvPr/>
        </p:nvSpPr>
        <p:spPr>
          <a:xfrm>
            <a:off x="87453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22"/>
          <p:cNvSpPr/>
          <p:nvPr/>
        </p:nvSpPr>
        <p:spPr>
          <a:xfrm>
            <a:off x="91074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22"/>
          <p:cNvSpPr/>
          <p:nvPr/>
        </p:nvSpPr>
        <p:spPr>
          <a:xfrm>
            <a:off x="548640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22"/>
          <p:cNvSpPr/>
          <p:nvPr/>
        </p:nvSpPr>
        <p:spPr>
          <a:xfrm>
            <a:off x="621060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22"/>
          <p:cNvSpPr/>
          <p:nvPr/>
        </p:nvSpPr>
        <p:spPr>
          <a:xfrm>
            <a:off x="65727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22"/>
          <p:cNvSpPr/>
          <p:nvPr/>
        </p:nvSpPr>
        <p:spPr>
          <a:xfrm>
            <a:off x="69348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22"/>
          <p:cNvSpPr/>
          <p:nvPr/>
        </p:nvSpPr>
        <p:spPr>
          <a:xfrm>
            <a:off x="72969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22"/>
          <p:cNvSpPr/>
          <p:nvPr/>
        </p:nvSpPr>
        <p:spPr>
          <a:xfrm>
            <a:off x="76590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22"/>
          <p:cNvSpPr/>
          <p:nvPr/>
        </p:nvSpPr>
        <p:spPr>
          <a:xfrm>
            <a:off x="80211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22"/>
          <p:cNvSpPr/>
          <p:nvPr/>
        </p:nvSpPr>
        <p:spPr>
          <a:xfrm>
            <a:off x="83832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22"/>
          <p:cNvSpPr/>
          <p:nvPr/>
        </p:nvSpPr>
        <p:spPr>
          <a:xfrm>
            <a:off x="91074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22"/>
          <p:cNvSpPr/>
          <p:nvPr/>
        </p:nvSpPr>
        <p:spPr>
          <a:xfrm>
            <a:off x="548640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22"/>
          <p:cNvSpPr/>
          <p:nvPr/>
        </p:nvSpPr>
        <p:spPr>
          <a:xfrm>
            <a:off x="621060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22"/>
          <p:cNvSpPr/>
          <p:nvPr/>
        </p:nvSpPr>
        <p:spPr>
          <a:xfrm>
            <a:off x="838322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22"/>
          <p:cNvSpPr/>
          <p:nvPr/>
        </p:nvSpPr>
        <p:spPr>
          <a:xfrm>
            <a:off x="910742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22"/>
          <p:cNvSpPr/>
          <p:nvPr/>
        </p:nvSpPr>
        <p:spPr>
          <a:xfrm>
            <a:off x="65727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22"/>
          <p:cNvSpPr/>
          <p:nvPr/>
        </p:nvSpPr>
        <p:spPr>
          <a:xfrm>
            <a:off x="69348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22"/>
          <p:cNvSpPr/>
          <p:nvPr/>
        </p:nvSpPr>
        <p:spPr>
          <a:xfrm>
            <a:off x="76590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22"/>
          <p:cNvSpPr/>
          <p:nvPr/>
        </p:nvSpPr>
        <p:spPr>
          <a:xfrm>
            <a:off x="802112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22"/>
          <p:cNvSpPr/>
          <p:nvPr/>
        </p:nvSpPr>
        <p:spPr>
          <a:xfrm>
            <a:off x="1745041" y="13716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22"/>
          <p:cNvSpPr/>
          <p:nvPr/>
        </p:nvSpPr>
        <p:spPr>
          <a:xfrm>
            <a:off x="170883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22"/>
          <p:cNvSpPr/>
          <p:nvPr/>
        </p:nvSpPr>
        <p:spPr>
          <a:xfrm>
            <a:off x="174504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22"/>
          <p:cNvSpPr/>
          <p:nvPr/>
        </p:nvSpPr>
        <p:spPr>
          <a:xfrm>
            <a:off x="178125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22"/>
          <p:cNvSpPr/>
          <p:nvPr/>
        </p:nvSpPr>
        <p:spPr>
          <a:xfrm>
            <a:off x="1672620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22"/>
          <p:cNvSpPr/>
          <p:nvPr/>
        </p:nvSpPr>
        <p:spPr>
          <a:xfrm>
            <a:off x="170883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22"/>
          <p:cNvSpPr/>
          <p:nvPr/>
        </p:nvSpPr>
        <p:spPr>
          <a:xfrm>
            <a:off x="174504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22"/>
          <p:cNvSpPr/>
          <p:nvPr/>
        </p:nvSpPr>
        <p:spPr>
          <a:xfrm>
            <a:off x="178125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22"/>
          <p:cNvSpPr/>
          <p:nvPr/>
        </p:nvSpPr>
        <p:spPr>
          <a:xfrm>
            <a:off x="181746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22"/>
          <p:cNvSpPr/>
          <p:nvPr/>
        </p:nvSpPr>
        <p:spPr>
          <a:xfrm>
            <a:off x="1636410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22"/>
          <p:cNvSpPr/>
          <p:nvPr/>
        </p:nvSpPr>
        <p:spPr>
          <a:xfrm>
            <a:off x="1672620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22"/>
          <p:cNvSpPr/>
          <p:nvPr/>
        </p:nvSpPr>
        <p:spPr>
          <a:xfrm>
            <a:off x="1745041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22"/>
          <p:cNvSpPr/>
          <p:nvPr/>
        </p:nvSpPr>
        <p:spPr>
          <a:xfrm>
            <a:off x="1817461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22"/>
          <p:cNvSpPr/>
          <p:nvPr/>
        </p:nvSpPr>
        <p:spPr>
          <a:xfrm>
            <a:off x="1853672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22"/>
          <p:cNvSpPr/>
          <p:nvPr/>
        </p:nvSpPr>
        <p:spPr>
          <a:xfrm>
            <a:off x="160020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22"/>
          <p:cNvSpPr/>
          <p:nvPr/>
        </p:nvSpPr>
        <p:spPr>
          <a:xfrm>
            <a:off x="163641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22"/>
          <p:cNvSpPr/>
          <p:nvPr/>
        </p:nvSpPr>
        <p:spPr>
          <a:xfrm>
            <a:off x="167262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22"/>
          <p:cNvSpPr/>
          <p:nvPr/>
        </p:nvSpPr>
        <p:spPr>
          <a:xfrm>
            <a:off x="170883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22"/>
          <p:cNvSpPr/>
          <p:nvPr/>
        </p:nvSpPr>
        <p:spPr>
          <a:xfrm>
            <a:off x="174504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22"/>
          <p:cNvSpPr/>
          <p:nvPr/>
        </p:nvSpPr>
        <p:spPr>
          <a:xfrm>
            <a:off x="178125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22"/>
          <p:cNvSpPr/>
          <p:nvPr/>
        </p:nvSpPr>
        <p:spPr>
          <a:xfrm>
            <a:off x="181746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22"/>
          <p:cNvSpPr/>
          <p:nvPr/>
        </p:nvSpPr>
        <p:spPr>
          <a:xfrm>
            <a:off x="1853672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22"/>
          <p:cNvSpPr/>
          <p:nvPr/>
        </p:nvSpPr>
        <p:spPr>
          <a:xfrm>
            <a:off x="1889882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8" name="Google Shape;2438;p22"/>
          <p:cNvSpPr/>
          <p:nvPr/>
        </p:nvSpPr>
        <p:spPr>
          <a:xfrm>
            <a:off x="1672620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22"/>
          <p:cNvSpPr/>
          <p:nvPr/>
        </p:nvSpPr>
        <p:spPr>
          <a:xfrm>
            <a:off x="1745041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22"/>
          <p:cNvSpPr/>
          <p:nvPr/>
        </p:nvSpPr>
        <p:spPr>
          <a:xfrm>
            <a:off x="1817461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22"/>
          <p:cNvSpPr/>
          <p:nvPr/>
        </p:nvSpPr>
        <p:spPr>
          <a:xfrm>
            <a:off x="1636410" y="35442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p22"/>
          <p:cNvSpPr/>
          <p:nvPr/>
        </p:nvSpPr>
        <p:spPr>
          <a:xfrm>
            <a:off x="1853672" y="35442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p22"/>
          <p:cNvSpPr/>
          <p:nvPr/>
        </p:nvSpPr>
        <p:spPr>
          <a:xfrm>
            <a:off x="1672620" y="390632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22"/>
          <p:cNvSpPr/>
          <p:nvPr/>
        </p:nvSpPr>
        <p:spPr>
          <a:xfrm>
            <a:off x="1817461" y="390632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p22"/>
          <p:cNvSpPr/>
          <p:nvPr/>
        </p:nvSpPr>
        <p:spPr>
          <a:xfrm>
            <a:off x="2724180" y="13716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22"/>
          <p:cNvSpPr/>
          <p:nvPr/>
        </p:nvSpPr>
        <p:spPr>
          <a:xfrm>
            <a:off x="2941442" y="13716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7" name="Google Shape;2447;p22"/>
          <p:cNvSpPr/>
          <p:nvPr/>
        </p:nvSpPr>
        <p:spPr>
          <a:xfrm>
            <a:off x="2760391" y="17337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p22"/>
          <p:cNvSpPr/>
          <p:nvPr/>
        </p:nvSpPr>
        <p:spPr>
          <a:xfrm>
            <a:off x="2905232" y="17337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9" name="Google Shape;2449;p22"/>
          <p:cNvSpPr/>
          <p:nvPr/>
        </p:nvSpPr>
        <p:spPr>
          <a:xfrm>
            <a:off x="2724180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0" name="Google Shape;2450;p22"/>
          <p:cNvSpPr/>
          <p:nvPr/>
        </p:nvSpPr>
        <p:spPr>
          <a:xfrm>
            <a:off x="276039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22"/>
          <p:cNvSpPr/>
          <p:nvPr/>
        </p:nvSpPr>
        <p:spPr>
          <a:xfrm>
            <a:off x="279660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22"/>
          <p:cNvSpPr/>
          <p:nvPr/>
        </p:nvSpPr>
        <p:spPr>
          <a:xfrm>
            <a:off x="283281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22"/>
          <p:cNvSpPr/>
          <p:nvPr/>
        </p:nvSpPr>
        <p:spPr>
          <a:xfrm>
            <a:off x="286902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22"/>
          <p:cNvSpPr/>
          <p:nvPr/>
        </p:nvSpPr>
        <p:spPr>
          <a:xfrm>
            <a:off x="2905232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22"/>
          <p:cNvSpPr/>
          <p:nvPr/>
        </p:nvSpPr>
        <p:spPr>
          <a:xfrm>
            <a:off x="2941442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22"/>
          <p:cNvSpPr/>
          <p:nvPr/>
        </p:nvSpPr>
        <p:spPr>
          <a:xfrm>
            <a:off x="2687970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22"/>
          <p:cNvSpPr/>
          <p:nvPr/>
        </p:nvSpPr>
        <p:spPr>
          <a:xfrm>
            <a:off x="2724180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22"/>
          <p:cNvSpPr/>
          <p:nvPr/>
        </p:nvSpPr>
        <p:spPr>
          <a:xfrm>
            <a:off x="279660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22"/>
          <p:cNvSpPr/>
          <p:nvPr/>
        </p:nvSpPr>
        <p:spPr>
          <a:xfrm>
            <a:off x="283281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22"/>
          <p:cNvSpPr/>
          <p:nvPr/>
        </p:nvSpPr>
        <p:spPr>
          <a:xfrm>
            <a:off x="286902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22"/>
          <p:cNvSpPr/>
          <p:nvPr/>
        </p:nvSpPr>
        <p:spPr>
          <a:xfrm>
            <a:off x="2941442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22"/>
          <p:cNvSpPr/>
          <p:nvPr/>
        </p:nvSpPr>
        <p:spPr>
          <a:xfrm>
            <a:off x="2977652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22"/>
          <p:cNvSpPr/>
          <p:nvPr/>
        </p:nvSpPr>
        <p:spPr>
          <a:xfrm>
            <a:off x="265176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22"/>
          <p:cNvSpPr/>
          <p:nvPr/>
        </p:nvSpPr>
        <p:spPr>
          <a:xfrm>
            <a:off x="268797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22"/>
          <p:cNvSpPr/>
          <p:nvPr/>
        </p:nvSpPr>
        <p:spPr>
          <a:xfrm>
            <a:off x="272418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22"/>
          <p:cNvSpPr/>
          <p:nvPr/>
        </p:nvSpPr>
        <p:spPr>
          <a:xfrm>
            <a:off x="276039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22"/>
          <p:cNvSpPr/>
          <p:nvPr/>
        </p:nvSpPr>
        <p:spPr>
          <a:xfrm>
            <a:off x="279660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22"/>
          <p:cNvSpPr/>
          <p:nvPr/>
        </p:nvSpPr>
        <p:spPr>
          <a:xfrm>
            <a:off x="283281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22"/>
          <p:cNvSpPr/>
          <p:nvPr/>
        </p:nvSpPr>
        <p:spPr>
          <a:xfrm>
            <a:off x="286902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22"/>
          <p:cNvSpPr/>
          <p:nvPr/>
        </p:nvSpPr>
        <p:spPr>
          <a:xfrm>
            <a:off x="290523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22"/>
          <p:cNvSpPr/>
          <p:nvPr/>
        </p:nvSpPr>
        <p:spPr>
          <a:xfrm>
            <a:off x="294144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22"/>
          <p:cNvSpPr/>
          <p:nvPr/>
        </p:nvSpPr>
        <p:spPr>
          <a:xfrm>
            <a:off x="297765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22"/>
          <p:cNvSpPr/>
          <p:nvPr/>
        </p:nvSpPr>
        <p:spPr>
          <a:xfrm>
            <a:off x="301386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22"/>
          <p:cNvSpPr/>
          <p:nvPr/>
        </p:nvSpPr>
        <p:spPr>
          <a:xfrm>
            <a:off x="2651760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22"/>
          <p:cNvSpPr/>
          <p:nvPr/>
        </p:nvSpPr>
        <p:spPr>
          <a:xfrm>
            <a:off x="2724180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22"/>
          <p:cNvSpPr/>
          <p:nvPr/>
        </p:nvSpPr>
        <p:spPr>
          <a:xfrm>
            <a:off x="276039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22"/>
          <p:cNvSpPr/>
          <p:nvPr/>
        </p:nvSpPr>
        <p:spPr>
          <a:xfrm>
            <a:off x="279660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22"/>
          <p:cNvSpPr/>
          <p:nvPr/>
        </p:nvSpPr>
        <p:spPr>
          <a:xfrm>
            <a:off x="283281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22"/>
          <p:cNvSpPr/>
          <p:nvPr/>
        </p:nvSpPr>
        <p:spPr>
          <a:xfrm>
            <a:off x="286902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22"/>
          <p:cNvSpPr/>
          <p:nvPr/>
        </p:nvSpPr>
        <p:spPr>
          <a:xfrm>
            <a:off x="290523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22"/>
          <p:cNvSpPr/>
          <p:nvPr/>
        </p:nvSpPr>
        <p:spPr>
          <a:xfrm>
            <a:off x="294144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22"/>
          <p:cNvSpPr/>
          <p:nvPr/>
        </p:nvSpPr>
        <p:spPr>
          <a:xfrm>
            <a:off x="301386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22"/>
          <p:cNvSpPr/>
          <p:nvPr/>
        </p:nvSpPr>
        <p:spPr>
          <a:xfrm>
            <a:off x="2651760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22"/>
          <p:cNvSpPr/>
          <p:nvPr/>
        </p:nvSpPr>
        <p:spPr>
          <a:xfrm>
            <a:off x="2724180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22"/>
          <p:cNvSpPr/>
          <p:nvPr/>
        </p:nvSpPr>
        <p:spPr>
          <a:xfrm>
            <a:off x="2941442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22"/>
          <p:cNvSpPr/>
          <p:nvPr/>
        </p:nvSpPr>
        <p:spPr>
          <a:xfrm>
            <a:off x="3013862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22"/>
          <p:cNvSpPr/>
          <p:nvPr/>
        </p:nvSpPr>
        <p:spPr>
          <a:xfrm>
            <a:off x="276039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22"/>
          <p:cNvSpPr/>
          <p:nvPr/>
        </p:nvSpPr>
        <p:spPr>
          <a:xfrm>
            <a:off x="279660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22"/>
          <p:cNvSpPr/>
          <p:nvPr/>
        </p:nvSpPr>
        <p:spPr>
          <a:xfrm>
            <a:off x="286902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22"/>
          <p:cNvSpPr/>
          <p:nvPr/>
        </p:nvSpPr>
        <p:spPr>
          <a:xfrm>
            <a:off x="2905232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22"/>
          <p:cNvSpPr/>
          <p:nvPr/>
        </p:nvSpPr>
        <p:spPr>
          <a:xfrm>
            <a:off x="3848161" y="13716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22"/>
          <p:cNvSpPr/>
          <p:nvPr/>
        </p:nvSpPr>
        <p:spPr>
          <a:xfrm>
            <a:off x="381195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22"/>
          <p:cNvSpPr/>
          <p:nvPr/>
        </p:nvSpPr>
        <p:spPr>
          <a:xfrm>
            <a:off x="384816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22"/>
          <p:cNvSpPr/>
          <p:nvPr/>
        </p:nvSpPr>
        <p:spPr>
          <a:xfrm>
            <a:off x="388437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22"/>
          <p:cNvSpPr/>
          <p:nvPr/>
        </p:nvSpPr>
        <p:spPr>
          <a:xfrm>
            <a:off x="3775740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22"/>
          <p:cNvSpPr/>
          <p:nvPr/>
        </p:nvSpPr>
        <p:spPr>
          <a:xfrm>
            <a:off x="381195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p22"/>
          <p:cNvSpPr/>
          <p:nvPr/>
        </p:nvSpPr>
        <p:spPr>
          <a:xfrm>
            <a:off x="384816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22"/>
          <p:cNvSpPr/>
          <p:nvPr/>
        </p:nvSpPr>
        <p:spPr>
          <a:xfrm>
            <a:off x="388437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22"/>
          <p:cNvSpPr/>
          <p:nvPr/>
        </p:nvSpPr>
        <p:spPr>
          <a:xfrm>
            <a:off x="392058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22"/>
          <p:cNvSpPr/>
          <p:nvPr/>
        </p:nvSpPr>
        <p:spPr>
          <a:xfrm>
            <a:off x="3739530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22"/>
          <p:cNvSpPr/>
          <p:nvPr/>
        </p:nvSpPr>
        <p:spPr>
          <a:xfrm>
            <a:off x="3775740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22"/>
          <p:cNvSpPr/>
          <p:nvPr/>
        </p:nvSpPr>
        <p:spPr>
          <a:xfrm>
            <a:off x="3848161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22"/>
          <p:cNvSpPr/>
          <p:nvPr/>
        </p:nvSpPr>
        <p:spPr>
          <a:xfrm>
            <a:off x="3920581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22"/>
          <p:cNvSpPr/>
          <p:nvPr/>
        </p:nvSpPr>
        <p:spPr>
          <a:xfrm>
            <a:off x="3956792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22"/>
          <p:cNvSpPr/>
          <p:nvPr/>
        </p:nvSpPr>
        <p:spPr>
          <a:xfrm>
            <a:off x="370332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22"/>
          <p:cNvSpPr/>
          <p:nvPr/>
        </p:nvSpPr>
        <p:spPr>
          <a:xfrm>
            <a:off x="373953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22"/>
          <p:cNvSpPr/>
          <p:nvPr/>
        </p:nvSpPr>
        <p:spPr>
          <a:xfrm>
            <a:off x="377574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22"/>
          <p:cNvSpPr/>
          <p:nvPr/>
        </p:nvSpPr>
        <p:spPr>
          <a:xfrm>
            <a:off x="381195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p22"/>
          <p:cNvSpPr/>
          <p:nvPr/>
        </p:nvSpPr>
        <p:spPr>
          <a:xfrm>
            <a:off x="384816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22"/>
          <p:cNvSpPr/>
          <p:nvPr/>
        </p:nvSpPr>
        <p:spPr>
          <a:xfrm>
            <a:off x="388437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22"/>
          <p:cNvSpPr/>
          <p:nvPr/>
        </p:nvSpPr>
        <p:spPr>
          <a:xfrm>
            <a:off x="392058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22"/>
          <p:cNvSpPr/>
          <p:nvPr/>
        </p:nvSpPr>
        <p:spPr>
          <a:xfrm>
            <a:off x="3956792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22"/>
          <p:cNvSpPr/>
          <p:nvPr/>
        </p:nvSpPr>
        <p:spPr>
          <a:xfrm>
            <a:off x="3993002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22"/>
          <p:cNvSpPr/>
          <p:nvPr/>
        </p:nvSpPr>
        <p:spPr>
          <a:xfrm>
            <a:off x="3775740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22"/>
          <p:cNvSpPr/>
          <p:nvPr/>
        </p:nvSpPr>
        <p:spPr>
          <a:xfrm>
            <a:off x="3848161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22"/>
          <p:cNvSpPr/>
          <p:nvPr/>
        </p:nvSpPr>
        <p:spPr>
          <a:xfrm>
            <a:off x="3920581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22"/>
          <p:cNvSpPr/>
          <p:nvPr/>
        </p:nvSpPr>
        <p:spPr>
          <a:xfrm>
            <a:off x="3739530" y="35442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22"/>
          <p:cNvSpPr/>
          <p:nvPr/>
        </p:nvSpPr>
        <p:spPr>
          <a:xfrm>
            <a:off x="3956792" y="35442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22"/>
          <p:cNvSpPr/>
          <p:nvPr/>
        </p:nvSpPr>
        <p:spPr>
          <a:xfrm>
            <a:off x="3775740" y="390632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22"/>
          <p:cNvSpPr/>
          <p:nvPr/>
        </p:nvSpPr>
        <p:spPr>
          <a:xfrm>
            <a:off x="3920581" y="390632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22"/>
          <p:cNvSpPr/>
          <p:nvPr/>
        </p:nvSpPr>
        <p:spPr>
          <a:xfrm>
            <a:off x="4827300" y="13716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22"/>
          <p:cNvSpPr/>
          <p:nvPr/>
        </p:nvSpPr>
        <p:spPr>
          <a:xfrm>
            <a:off x="5044562" y="13716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22"/>
          <p:cNvSpPr/>
          <p:nvPr/>
        </p:nvSpPr>
        <p:spPr>
          <a:xfrm>
            <a:off x="4863511" y="17337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22"/>
          <p:cNvSpPr/>
          <p:nvPr/>
        </p:nvSpPr>
        <p:spPr>
          <a:xfrm>
            <a:off x="5008352" y="17337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22"/>
          <p:cNvSpPr/>
          <p:nvPr/>
        </p:nvSpPr>
        <p:spPr>
          <a:xfrm>
            <a:off x="4827300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22"/>
          <p:cNvSpPr/>
          <p:nvPr/>
        </p:nvSpPr>
        <p:spPr>
          <a:xfrm>
            <a:off x="486351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22"/>
          <p:cNvSpPr/>
          <p:nvPr/>
        </p:nvSpPr>
        <p:spPr>
          <a:xfrm>
            <a:off x="489972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22"/>
          <p:cNvSpPr/>
          <p:nvPr/>
        </p:nvSpPr>
        <p:spPr>
          <a:xfrm>
            <a:off x="493593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22"/>
          <p:cNvSpPr/>
          <p:nvPr/>
        </p:nvSpPr>
        <p:spPr>
          <a:xfrm>
            <a:off x="497214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0" name="Google Shape;2530;p22"/>
          <p:cNvSpPr/>
          <p:nvPr/>
        </p:nvSpPr>
        <p:spPr>
          <a:xfrm>
            <a:off x="5008352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22"/>
          <p:cNvSpPr/>
          <p:nvPr/>
        </p:nvSpPr>
        <p:spPr>
          <a:xfrm>
            <a:off x="5044562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22"/>
          <p:cNvSpPr/>
          <p:nvPr/>
        </p:nvSpPr>
        <p:spPr>
          <a:xfrm>
            <a:off x="4791090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22"/>
          <p:cNvSpPr/>
          <p:nvPr/>
        </p:nvSpPr>
        <p:spPr>
          <a:xfrm>
            <a:off x="4827300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22"/>
          <p:cNvSpPr/>
          <p:nvPr/>
        </p:nvSpPr>
        <p:spPr>
          <a:xfrm>
            <a:off x="489972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22"/>
          <p:cNvSpPr/>
          <p:nvPr/>
        </p:nvSpPr>
        <p:spPr>
          <a:xfrm>
            <a:off x="493593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6" name="Google Shape;2536;p22"/>
          <p:cNvSpPr/>
          <p:nvPr/>
        </p:nvSpPr>
        <p:spPr>
          <a:xfrm>
            <a:off x="497214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22"/>
          <p:cNvSpPr/>
          <p:nvPr/>
        </p:nvSpPr>
        <p:spPr>
          <a:xfrm>
            <a:off x="5044562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p22"/>
          <p:cNvSpPr/>
          <p:nvPr/>
        </p:nvSpPr>
        <p:spPr>
          <a:xfrm>
            <a:off x="5080772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9" name="Google Shape;2539;p22"/>
          <p:cNvSpPr/>
          <p:nvPr/>
        </p:nvSpPr>
        <p:spPr>
          <a:xfrm>
            <a:off x="475488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0" name="Google Shape;2540;p22"/>
          <p:cNvSpPr/>
          <p:nvPr/>
        </p:nvSpPr>
        <p:spPr>
          <a:xfrm>
            <a:off x="479109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p22"/>
          <p:cNvSpPr/>
          <p:nvPr/>
        </p:nvSpPr>
        <p:spPr>
          <a:xfrm>
            <a:off x="482730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2" name="Google Shape;2542;p22"/>
          <p:cNvSpPr/>
          <p:nvPr/>
        </p:nvSpPr>
        <p:spPr>
          <a:xfrm>
            <a:off x="486351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22"/>
          <p:cNvSpPr/>
          <p:nvPr/>
        </p:nvSpPr>
        <p:spPr>
          <a:xfrm>
            <a:off x="489972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4" name="Google Shape;2544;p22"/>
          <p:cNvSpPr/>
          <p:nvPr/>
        </p:nvSpPr>
        <p:spPr>
          <a:xfrm>
            <a:off x="493593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22"/>
          <p:cNvSpPr/>
          <p:nvPr/>
        </p:nvSpPr>
        <p:spPr>
          <a:xfrm>
            <a:off x="497214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6" name="Google Shape;2546;p22"/>
          <p:cNvSpPr/>
          <p:nvPr/>
        </p:nvSpPr>
        <p:spPr>
          <a:xfrm>
            <a:off x="500835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7" name="Google Shape;2547;p22"/>
          <p:cNvSpPr/>
          <p:nvPr/>
        </p:nvSpPr>
        <p:spPr>
          <a:xfrm>
            <a:off x="504456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8" name="Google Shape;2548;p22"/>
          <p:cNvSpPr/>
          <p:nvPr/>
        </p:nvSpPr>
        <p:spPr>
          <a:xfrm>
            <a:off x="508077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9" name="Google Shape;2549;p22"/>
          <p:cNvSpPr/>
          <p:nvPr/>
        </p:nvSpPr>
        <p:spPr>
          <a:xfrm>
            <a:off x="511698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0" name="Google Shape;2550;p22"/>
          <p:cNvSpPr/>
          <p:nvPr/>
        </p:nvSpPr>
        <p:spPr>
          <a:xfrm>
            <a:off x="4754880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1" name="Google Shape;2551;p22"/>
          <p:cNvSpPr/>
          <p:nvPr/>
        </p:nvSpPr>
        <p:spPr>
          <a:xfrm>
            <a:off x="4827300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2" name="Google Shape;2552;p22"/>
          <p:cNvSpPr/>
          <p:nvPr/>
        </p:nvSpPr>
        <p:spPr>
          <a:xfrm>
            <a:off x="486351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22"/>
          <p:cNvSpPr/>
          <p:nvPr/>
        </p:nvSpPr>
        <p:spPr>
          <a:xfrm>
            <a:off x="489972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22"/>
          <p:cNvSpPr/>
          <p:nvPr/>
        </p:nvSpPr>
        <p:spPr>
          <a:xfrm>
            <a:off x="493593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22"/>
          <p:cNvSpPr/>
          <p:nvPr/>
        </p:nvSpPr>
        <p:spPr>
          <a:xfrm>
            <a:off x="497214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22"/>
          <p:cNvSpPr/>
          <p:nvPr/>
        </p:nvSpPr>
        <p:spPr>
          <a:xfrm>
            <a:off x="500835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22"/>
          <p:cNvSpPr/>
          <p:nvPr/>
        </p:nvSpPr>
        <p:spPr>
          <a:xfrm>
            <a:off x="504456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22"/>
          <p:cNvSpPr/>
          <p:nvPr/>
        </p:nvSpPr>
        <p:spPr>
          <a:xfrm>
            <a:off x="511698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22"/>
          <p:cNvSpPr/>
          <p:nvPr/>
        </p:nvSpPr>
        <p:spPr>
          <a:xfrm>
            <a:off x="4754880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22"/>
          <p:cNvSpPr/>
          <p:nvPr/>
        </p:nvSpPr>
        <p:spPr>
          <a:xfrm>
            <a:off x="4827300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22"/>
          <p:cNvSpPr/>
          <p:nvPr/>
        </p:nvSpPr>
        <p:spPr>
          <a:xfrm>
            <a:off x="5044562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22"/>
          <p:cNvSpPr/>
          <p:nvPr/>
        </p:nvSpPr>
        <p:spPr>
          <a:xfrm>
            <a:off x="5116982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p22"/>
          <p:cNvSpPr/>
          <p:nvPr/>
        </p:nvSpPr>
        <p:spPr>
          <a:xfrm>
            <a:off x="486351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22"/>
          <p:cNvSpPr/>
          <p:nvPr/>
        </p:nvSpPr>
        <p:spPr>
          <a:xfrm>
            <a:off x="489972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22"/>
          <p:cNvSpPr/>
          <p:nvPr/>
        </p:nvSpPr>
        <p:spPr>
          <a:xfrm>
            <a:off x="497214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22"/>
          <p:cNvSpPr/>
          <p:nvPr/>
        </p:nvSpPr>
        <p:spPr>
          <a:xfrm>
            <a:off x="5008352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22"/>
          <p:cNvSpPr/>
          <p:nvPr/>
        </p:nvSpPr>
        <p:spPr>
          <a:xfrm>
            <a:off x="5951281" y="13716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22"/>
          <p:cNvSpPr/>
          <p:nvPr/>
        </p:nvSpPr>
        <p:spPr>
          <a:xfrm>
            <a:off x="591507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22"/>
          <p:cNvSpPr/>
          <p:nvPr/>
        </p:nvSpPr>
        <p:spPr>
          <a:xfrm>
            <a:off x="595128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22"/>
          <p:cNvSpPr/>
          <p:nvPr/>
        </p:nvSpPr>
        <p:spPr>
          <a:xfrm>
            <a:off x="598749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22"/>
          <p:cNvSpPr/>
          <p:nvPr/>
        </p:nvSpPr>
        <p:spPr>
          <a:xfrm>
            <a:off x="5878860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22"/>
          <p:cNvSpPr/>
          <p:nvPr/>
        </p:nvSpPr>
        <p:spPr>
          <a:xfrm>
            <a:off x="591507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22"/>
          <p:cNvSpPr/>
          <p:nvPr/>
        </p:nvSpPr>
        <p:spPr>
          <a:xfrm>
            <a:off x="595128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22"/>
          <p:cNvSpPr/>
          <p:nvPr/>
        </p:nvSpPr>
        <p:spPr>
          <a:xfrm>
            <a:off x="598749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22"/>
          <p:cNvSpPr/>
          <p:nvPr/>
        </p:nvSpPr>
        <p:spPr>
          <a:xfrm>
            <a:off x="602370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22"/>
          <p:cNvSpPr/>
          <p:nvPr/>
        </p:nvSpPr>
        <p:spPr>
          <a:xfrm>
            <a:off x="5842650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22"/>
          <p:cNvSpPr/>
          <p:nvPr/>
        </p:nvSpPr>
        <p:spPr>
          <a:xfrm>
            <a:off x="5878860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22"/>
          <p:cNvSpPr/>
          <p:nvPr/>
        </p:nvSpPr>
        <p:spPr>
          <a:xfrm>
            <a:off x="5951281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22"/>
          <p:cNvSpPr/>
          <p:nvPr/>
        </p:nvSpPr>
        <p:spPr>
          <a:xfrm>
            <a:off x="6023701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22"/>
          <p:cNvSpPr/>
          <p:nvPr/>
        </p:nvSpPr>
        <p:spPr>
          <a:xfrm>
            <a:off x="6059912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22"/>
          <p:cNvSpPr/>
          <p:nvPr/>
        </p:nvSpPr>
        <p:spPr>
          <a:xfrm>
            <a:off x="580644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22"/>
          <p:cNvSpPr/>
          <p:nvPr/>
        </p:nvSpPr>
        <p:spPr>
          <a:xfrm>
            <a:off x="584265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22"/>
          <p:cNvSpPr/>
          <p:nvPr/>
        </p:nvSpPr>
        <p:spPr>
          <a:xfrm>
            <a:off x="587886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22"/>
          <p:cNvSpPr/>
          <p:nvPr/>
        </p:nvSpPr>
        <p:spPr>
          <a:xfrm>
            <a:off x="591507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22"/>
          <p:cNvSpPr/>
          <p:nvPr/>
        </p:nvSpPr>
        <p:spPr>
          <a:xfrm>
            <a:off x="595128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22"/>
          <p:cNvSpPr/>
          <p:nvPr/>
        </p:nvSpPr>
        <p:spPr>
          <a:xfrm>
            <a:off x="598749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22"/>
          <p:cNvSpPr/>
          <p:nvPr/>
        </p:nvSpPr>
        <p:spPr>
          <a:xfrm>
            <a:off x="602370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22"/>
          <p:cNvSpPr/>
          <p:nvPr/>
        </p:nvSpPr>
        <p:spPr>
          <a:xfrm>
            <a:off x="6059912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22"/>
          <p:cNvSpPr/>
          <p:nvPr/>
        </p:nvSpPr>
        <p:spPr>
          <a:xfrm>
            <a:off x="6096122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22"/>
          <p:cNvSpPr/>
          <p:nvPr/>
        </p:nvSpPr>
        <p:spPr>
          <a:xfrm>
            <a:off x="5878860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22"/>
          <p:cNvSpPr/>
          <p:nvPr/>
        </p:nvSpPr>
        <p:spPr>
          <a:xfrm>
            <a:off x="5951281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22"/>
          <p:cNvSpPr/>
          <p:nvPr/>
        </p:nvSpPr>
        <p:spPr>
          <a:xfrm>
            <a:off x="6023701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22"/>
          <p:cNvSpPr/>
          <p:nvPr/>
        </p:nvSpPr>
        <p:spPr>
          <a:xfrm>
            <a:off x="5842650" y="35442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22"/>
          <p:cNvSpPr/>
          <p:nvPr/>
        </p:nvSpPr>
        <p:spPr>
          <a:xfrm>
            <a:off x="6059912" y="35442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22"/>
          <p:cNvSpPr/>
          <p:nvPr/>
        </p:nvSpPr>
        <p:spPr>
          <a:xfrm>
            <a:off x="5878860" y="390632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22"/>
          <p:cNvSpPr/>
          <p:nvPr/>
        </p:nvSpPr>
        <p:spPr>
          <a:xfrm>
            <a:off x="6023701" y="390632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22"/>
          <p:cNvSpPr/>
          <p:nvPr/>
        </p:nvSpPr>
        <p:spPr>
          <a:xfrm>
            <a:off x="6930420" y="13716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22"/>
          <p:cNvSpPr/>
          <p:nvPr/>
        </p:nvSpPr>
        <p:spPr>
          <a:xfrm>
            <a:off x="7147682" y="13716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22"/>
          <p:cNvSpPr/>
          <p:nvPr/>
        </p:nvSpPr>
        <p:spPr>
          <a:xfrm>
            <a:off x="6966631" y="17337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22"/>
          <p:cNvSpPr/>
          <p:nvPr/>
        </p:nvSpPr>
        <p:spPr>
          <a:xfrm>
            <a:off x="7111472" y="17337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22"/>
          <p:cNvSpPr/>
          <p:nvPr/>
        </p:nvSpPr>
        <p:spPr>
          <a:xfrm>
            <a:off x="6930420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22"/>
          <p:cNvSpPr/>
          <p:nvPr/>
        </p:nvSpPr>
        <p:spPr>
          <a:xfrm>
            <a:off x="696663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22"/>
          <p:cNvSpPr/>
          <p:nvPr/>
        </p:nvSpPr>
        <p:spPr>
          <a:xfrm>
            <a:off x="700284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22"/>
          <p:cNvSpPr/>
          <p:nvPr/>
        </p:nvSpPr>
        <p:spPr>
          <a:xfrm>
            <a:off x="703905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22"/>
          <p:cNvSpPr/>
          <p:nvPr/>
        </p:nvSpPr>
        <p:spPr>
          <a:xfrm>
            <a:off x="7075261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22"/>
          <p:cNvSpPr/>
          <p:nvPr/>
        </p:nvSpPr>
        <p:spPr>
          <a:xfrm>
            <a:off x="7111472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22"/>
          <p:cNvSpPr/>
          <p:nvPr/>
        </p:nvSpPr>
        <p:spPr>
          <a:xfrm>
            <a:off x="7147682" y="209580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22"/>
          <p:cNvSpPr/>
          <p:nvPr/>
        </p:nvSpPr>
        <p:spPr>
          <a:xfrm>
            <a:off x="6894210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p22"/>
          <p:cNvSpPr/>
          <p:nvPr/>
        </p:nvSpPr>
        <p:spPr>
          <a:xfrm>
            <a:off x="6930420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22"/>
          <p:cNvSpPr/>
          <p:nvPr/>
        </p:nvSpPr>
        <p:spPr>
          <a:xfrm>
            <a:off x="700284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22"/>
          <p:cNvSpPr/>
          <p:nvPr/>
        </p:nvSpPr>
        <p:spPr>
          <a:xfrm>
            <a:off x="703905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p22"/>
          <p:cNvSpPr/>
          <p:nvPr/>
        </p:nvSpPr>
        <p:spPr>
          <a:xfrm>
            <a:off x="7075261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22"/>
          <p:cNvSpPr/>
          <p:nvPr/>
        </p:nvSpPr>
        <p:spPr>
          <a:xfrm>
            <a:off x="7147682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22"/>
          <p:cNvSpPr/>
          <p:nvPr/>
        </p:nvSpPr>
        <p:spPr>
          <a:xfrm>
            <a:off x="7183892" y="24579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22"/>
          <p:cNvSpPr/>
          <p:nvPr/>
        </p:nvSpPr>
        <p:spPr>
          <a:xfrm>
            <a:off x="685800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22"/>
          <p:cNvSpPr/>
          <p:nvPr/>
        </p:nvSpPr>
        <p:spPr>
          <a:xfrm>
            <a:off x="689421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22"/>
          <p:cNvSpPr/>
          <p:nvPr/>
        </p:nvSpPr>
        <p:spPr>
          <a:xfrm>
            <a:off x="6930420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22"/>
          <p:cNvSpPr/>
          <p:nvPr/>
        </p:nvSpPr>
        <p:spPr>
          <a:xfrm>
            <a:off x="696663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22"/>
          <p:cNvSpPr/>
          <p:nvPr/>
        </p:nvSpPr>
        <p:spPr>
          <a:xfrm>
            <a:off x="700284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22"/>
          <p:cNvSpPr/>
          <p:nvPr/>
        </p:nvSpPr>
        <p:spPr>
          <a:xfrm>
            <a:off x="703905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22"/>
          <p:cNvSpPr/>
          <p:nvPr/>
        </p:nvSpPr>
        <p:spPr>
          <a:xfrm>
            <a:off x="7075261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22"/>
          <p:cNvSpPr/>
          <p:nvPr/>
        </p:nvSpPr>
        <p:spPr>
          <a:xfrm>
            <a:off x="711147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22"/>
          <p:cNvSpPr/>
          <p:nvPr/>
        </p:nvSpPr>
        <p:spPr>
          <a:xfrm>
            <a:off x="714768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22"/>
          <p:cNvSpPr/>
          <p:nvPr/>
        </p:nvSpPr>
        <p:spPr>
          <a:xfrm>
            <a:off x="718389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22"/>
          <p:cNvSpPr/>
          <p:nvPr/>
        </p:nvSpPr>
        <p:spPr>
          <a:xfrm>
            <a:off x="7220102" y="28200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6" name="Google Shape;2626;p22"/>
          <p:cNvSpPr/>
          <p:nvPr/>
        </p:nvSpPr>
        <p:spPr>
          <a:xfrm>
            <a:off x="6858000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22"/>
          <p:cNvSpPr/>
          <p:nvPr/>
        </p:nvSpPr>
        <p:spPr>
          <a:xfrm>
            <a:off x="6930420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22"/>
          <p:cNvSpPr/>
          <p:nvPr/>
        </p:nvSpPr>
        <p:spPr>
          <a:xfrm>
            <a:off x="696663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22"/>
          <p:cNvSpPr/>
          <p:nvPr/>
        </p:nvSpPr>
        <p:spPr>
          <a:xfrm>
            <a:off x="700284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22"/>
          <p:cNvSpPr/>
          <p:nvPr/>
        </p:nvSpPr>
        <p:spPr>
          <a:xfrm>
            <a:off x="703905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1" name="Google Shape;2631;p22"/>
          <p:cNvSpPr/>
          <p:nvPr/>
        </p:nvSpPr>
        <p:spPr>
          <a:xfrm>
            <a:off x="7075261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22"/>
          <p:cNvSpPr/>
          <p:nvPr/>
        </p:nvSpPr>
        <p:spPr>
          <a:xfrm>
            <a:off x="711147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22"/>
          <p:cNvSpPr/>
          <p:nvPr/>
        </p:nvSpPr>
        <p:spPr>
          <a:xfrm>
            <a:off x="714768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22"/>
          <p:cNvSpPr/>
          <p:nvPr/>
        </p:nvSpPr>
        <p:spPr>
          <a:xfrm>
            <a:off x="7220102" y="31821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22"/>
          <p:cNvSpPr/>
          <p:nvPr/>
        </p:nvSpPr>
        <p:spPr>
          <a:xfrm>
            <a:off x="6858000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22"/>
          <p:cNvSpPr/>
          <p:nvPr/>
        </p:nvSpPr>
        <p:spPr>
          <a:xfrm>
            <a:off x="6930420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22"/>
          <p:cNvSpPr/>
          <p:nvPr/>
        </p:nvSpPr>
        <p:spPr>
          <a:xfrm>
            <a:off x="7147682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22"/>
          <p:cNvSpPr/>
          <p:nvPr/>
        </p:nvSpPr>
        <p:spPr>
          <a:xfrm>
            <a:off x="7220102" y="354421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22"/>
          <p:cNvSpPr/>
          <p:nvPr/>
        </p:nvSpPr>
        <p:spPr>
          <a:xfrm>
            <a:off x="696663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p22"/>
          <p:cNvSpPr/>
          <p:nvPr/>
        </p:nvSpPr>
        <p:spPr>
          <a:xfrm>
            <a:off x="700284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22"/>
          <p:cNvSpPr/>
          <p:nvPr/>
        </p:nvSpPr>
        <p:spPr>
          <a:xfrm>
            <a:off x="7075261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22"/>
          <p:cNvSpPr/>
          <p:nvPr/>
        </p:nvSpPr>
        <p:spPr>
          <a:xfrm>
            <a:off x="7111472" y="390632"/>
            <a:ext cx="33467" cy="33467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22"/>
          <p:cNvSpPr/>
          <p:nvPr/>
        </p:nvSpPr>
        <p:spPr>
          <a:xfrm>
            <a:off x="8054401" y="13716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22"/>
          <p:cNvSpPr/>
          <p:nvPr/>
        </p:nvSpPr>
        <p:spPr>
          <a:xfrm>
            <a:off x="801819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22"/>
          <p:cNvSpPr/>
          <p:nvPr/>
        </p:nvSpPr>
        <p:spPr>
          <a:xfrm>
            <a:off x="805440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22"/>
          <p:cNvSpPr/>
          <p:nvPr/>
        </p:nvSpPr>
        <p:spPr>
          <a:xfrm>
            <a:off x="8090611" y="17337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22"/>
          <p:cNvSpPr/>
          <p:nvPr/>
        </p:nvSpPr>
        <p:spPr>
          <a:xfrm>
            <a:off x="7981980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22"/>
          <p:cNvSpPr/>
          <p:nvPr/>
        </p:nvSpPr>
        <p:spPr>
          <a:xfrm>
            <a:off x="801819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22"/>
          <p:cNvSpPr/>
          <p:nvPr/>
        </p:nvSpPr>
        <p:spPr>
          <a:xfrm>
            <a:off x="805440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22"/>
          <p:cNvSpPr/>
          <p:nvPr/>
        </p:nvSpPr>
        <p:spPr>
          <a:xfrm>
            <a:off x="809061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22"/>
          <p:cNvSpPr/>
          <p:nvPr/>
        </p:nvSpPr>
        <p:spPr>
          <a:xfrm>
            <a:off x="8126821" y="209580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22"/>
          <p:cNvSpPr/>
          <p:nvPr/>
        </p:nvSpPr>
        <p:spPr>
          <a:xfrm>
            <a:off x="7945770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22"/>
          <p:cNvSpPr/>
          <p:nvPr/>
        </p:nvSpPr>
        <p:spPr>
          <a:xfrm>
            <a:off x="7981980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22"/>
          <p:cNvSpPr/>
          <p:nvPr/>
        </p:nvSpPr>
        <p:spPr>
          <a:xfrm>
            <a:off x="8054401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22"/>
          <p:cNvSpPr/>
          <p:nvPr/>
        </p:nvSpPr>
        <p:spPr>
          <a:xfrm>
            <a:off x="8126821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22"/>
          <p:cNvSpPr/>
          <p:nvPr/>
        </p:nvSpPr>
        <p:spPr>
          <a:xfrm>
            <a:off x="8163032" y="24579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22"/>
          <p:cNvSpPr/>
          <p:nvPr/>
        </p:nvSpPr>
        <p:spPr>
          <a:xfrm>
            <a:off x="790956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22"/>
          <p:cNvSpPr/>
          <p:nvPr/>
        </p:nvSpPr>
        <p:spPr>
          <a:xfrm>
            <a:off x="794577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22"/>
          <p:cNvSpPr/>
          <p:nvPr/>
        </p:nvSpPr>
        <p:spPr>
          <a:xfrm>
            <a:off x="7981980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22"/>
          <p:cNvSpPr/>
          <p:nvPr/>
        </p:nvSpPr>
        <p:spPr>
          <a:xfrm>
            <a:off x="801819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22"/>
          <p:cNvSpPr/>
          <p:nvPr/>
        </p:nvSpPr>
        <p:spPr>
          <a:xfrm>
            <a:off x="805440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22"/>
          <p:cNvSpPr/>
          <p:nvPr/>
        </p:nvSpPr>
        <p:spPr>
          <a:xfrm>
            <a:off x="809061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22"/>
          <p:cNvSpPr/>
          <p:nvPr/>
        </p:nvSpPr>
        <p:spPr>
          <a:xfrm>
            <a:off x="8126821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22"/>
          <p:cNvSpPr/>
          <p:nvPr/>
        </p:nvSpPr>
        <p:spPr>
          <a:xfrm>
            <a:off x="8163032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22"/>
          <p:cNvSpPr/>
          <p:nvPr/>
        </p:nvSpPr>
        <p:spPr>
          <a:xfrm>
            <a:off x="8199242" y="28200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22"/>
          <p:cNvSpPr/>
          <p:nvPr/>
        </p:nvSpPr>
        <p:spPr>
          <a:xfrm>
            <a:off x="7981980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22"/>
          <p:cNvSpPr/>
          <p:nvPr/>
        </p:nvSpPr>
        <p:spPr>
          <a:xfrm>
            <a:off x="8054401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22"/>
          <p:cNvSpPr/>
          <p:nvPr/>
        </p:nvSpPr>
        <p:spPr>
          <a:xfrm>
            <a:off x="8126821" y="31821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22"/>
          <p:cNvSpPr/>
          <p:nvPr/>
        </p:nvSpPr>
        <p:spPr>
          <a:xfrm>
            <a:off x="7945770" y="35442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22"/>
          <p:cNvSpPr/>
          <p:nvPr/>
        </p:nvSpPr>
        <p:spPr>
          <a:xfrm>
            <a:off x="8163032" y="354421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22"/>
          <p:cNvSpPr/>
          <p:nvPr/>
        </p:nvSpPr>
        <p:spPr>
          <a:xfrm>
            <a:off x="7981980" y="390632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22"/>
          <p:cNvSpPr/>
          <p:nvPr/>
        </p:nvSpPr>
        <p:spPr>
          <a:xfrm>
            <a:off x="8126821" y="390632"/>
            <a:ext cx="33467" cy="33467"/>
          </a:xfrm>
          <a:prstGeom prst="rect">
            <a:avLst/>
          </a:prstGeom>
          <a:solidFill>
            <a:srgbClr val="FF00D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2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MICHAEL FORRESTER  |  @peopleforester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2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22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00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22"/>
          <p:cNvSpPr/>
          <p:nvPr/>
        </p:nvSpPr>
        <p:spPr>
          <a:xfrm>
            <a:off x="0" y="4480560"/>
            <a:ext cx="73152" cy="662940"/>
          </a:xfrm>
          <a:prstGeom prst="rect">
            <a:avLst/>
          </a:prstGeom>
          <a:solidFill>
            <a:srgbClr val="FF00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22"/>
          <p:cNvSpPr/>
          <p:nvPr/>
        </p:nvSpPr>
        <p:spPr>
          <a:xfrm>
            <a:off x="9070848" y="4480560"/>
            <a:ext cx="73152" cy="662940"/>
          </a:xfrm>
          <a:prstGeom prst="rect">
            <a:avLst/>
          </a:prstGeom>
          <a:solidFill>
            <a:srgbClr val="FF00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22"/>
          <p:cNvSpPr/>
          <p:nvPr/>
        </p:nvSpPr>
        <p:spPr>
          <a:xfrm>
            <a:off x="109728" y="4480560"/>
            <a:ext cx="8924544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DC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00DC"/>
                </a:solidFill>
                <a:latin typeface="Courier New"/>
                <a:ea typeface="Courier New"/>
                <a:cs typeface="Courier New"/>
                <a:sym typeface="Courier New"/>
              </a:rPr>
              <a:t>◄ LEVEL 5: CLOSE 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