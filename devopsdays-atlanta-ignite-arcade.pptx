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217" y="171591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9261" y="3647971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31208" y="335167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9996" y="378917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17461" y="772527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72947" y="3904227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50739" y="37334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10761" y="1467882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93483" y="36600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678" y="68807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4198" y="2354317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662" y="339785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8132" y="144919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2748" y="562344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9726" y="86655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3551" y="4590057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5657" y="1498094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89470" y="66461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6328" y="287226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83220" y="163828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86401" y="4013453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68683" y="311313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4211" y="432172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9766" y="427095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705" y="459518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1178" y="1866148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8621" y="378675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53515" y="238075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39535" y="326283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40743" y="462655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3936" y="2372995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4712" y="4768132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18448" y="103515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5704" y="141780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67440" y="754377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63514" y="3190211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70648" y="181621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18618" y="433471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82726" y="345144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3054" y="65938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01/20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7146" y="457200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2665" y="457200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6399" y="516453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3412" y="516453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146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6399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5652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4906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4159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3412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2665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7893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146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5652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4906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4159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2665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1918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7893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7146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6399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5652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4906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4159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3412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22665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1918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41171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8640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7146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6399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5652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4906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4159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3412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22665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41171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8640" y="81271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146" y="81271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22665" y="81271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41171" y="81271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6399" y="87197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5652" y="87197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04159" y="87197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3412" y="87197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57252" y="457200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097999" y="516453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57252" y="516453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16506" y="516453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038746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097999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157252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216506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75759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979493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38746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57252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275759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35012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920240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79493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038746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097999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157252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216506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275759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335012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394265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38746" y="75346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57252" y="75346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275759" y="75346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979493" y="81271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335012" y="81271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038746" y="87197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275759" y="87197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410346" y="457200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765865" y="457200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469599" y="516453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706612" y="516453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410346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469599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528852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588106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647359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706612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65865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351093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410346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528852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588106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647359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765865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825118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291840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351093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410346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469599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528852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588106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647359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706612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765865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825118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884371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291840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410346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469599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528852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588106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47359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706612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765865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884371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291840" y="81271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410346" y="81271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765865" y="81271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884371" y="81271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469599" y="87197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528852" y="87197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647359" y="87197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706612" y="87197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900452" y="457200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841199" y="516453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900452" y="516453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959706" y="516453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781946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841199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900452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959706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018959" y="57570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722693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781946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900452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018959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078212" y="63495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663440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722693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781946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841199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900452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959706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018959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078212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137465" y="69421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781946" y="75346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900452" y="75346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018959" y="753466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722693" y="81271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078212" y="812719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781946" y="87197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018959" y="871972"/>
            <a:ext cx="56510" cy="56510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153546" y="457200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509065" y="457200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212799" y="516453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449812" y="516453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153546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212799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272052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331306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390559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449812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509065" y="57570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094293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53546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272052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331306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390559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09065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568318" y="63495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035040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094293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153546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212799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272052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331306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390559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449812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509065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568318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27571" y="69421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035040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153546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212799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272052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331306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390559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449812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509065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27571" y="753466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035040" y="81271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153546" y="81271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509065" y="81271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627571" y="812719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212799" y="87197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272052" y="87197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390559" y="87197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449812" y="871972"/>
            <a:ext cx="56510" cy="5651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643652" y="457200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584399" y="516453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643652" y="516453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702906" y="516453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525146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584399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643652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702906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762159" y="57570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465893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525146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643652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762159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821412" y="63495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406640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465893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525146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4399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643652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702906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762159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821412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880665" y="69421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525146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643652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762159" y="753466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465893" y="81271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21412" y="812719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525146" y="87197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762159" y="871972"/>
            <a:ext cx="56510" cy="565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DAY CLAUDE CODE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MY CLUSTER</a:t>
            </a:r>
            <a:endParaRPr lang="en-US" sz="3600" dirty="0"/>
          </a:p>
        </p:txBody>
      </p:sp>
      <p:sp>
        <p:nvSpPr>
          <p:cNvPr id="272" name="Text 270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CAUTIONARY TALE ABOUT AI GUARDRAILS</a:t>
            </a:r>
            <a:endParaRPr lang="en-US" sz="1400" dirty="0"/>
          </a:p>
        </p:txBody>
      </p:sp>
      <p:sp>
        <p:nvSpPr>
          <p:cNvPr id="273" name="Shape 271"/>
          <p:cNvSpPr/>
          <p:nvPr/>
        </p:nvSpPr>
        <p:spPr>
          <a:xfrm>
            <a:off x="4522257" y="3749040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4443252" y="3828044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4522257" y="3828044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4601261" y="3828044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4443252" y="3907048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4522257" y="3907048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4601261" y="3907048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4285244" y="3986052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364248" y="3986052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443252" y="3986052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522257" y="3986052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601261" y="3986052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680265" y="3986052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759269" y="3986052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4206240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4285244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364248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4443252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522257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4601261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680265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759269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4838273" y="4065057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4206240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285244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4364248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4443252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4522257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4601261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680265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4759269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838273" y="4144061"/>
            <a:ext cx="76261" cy="76261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COIN TO CONTINUE</a:t>
            </a:r>
            <a:endParaRPr lang="en-US" sz="1100" dirty="0"/>
          </a:p>
        </p:txBody>
      </p:sp>
      <p:sp>
        <p:nvSpPr>
          <p:cNvPr id="306" name="Shape 30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7" name="Shape 305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08" name="Shape 306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09" name="Shape 307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10" name="Text 308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1: SETUP 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7943" y="453470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31996" y="447336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96551" y="433880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1533" y="372149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4090" y="448550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36949" y="3046768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12827" y="203030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8249" y="2261302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2778" y="197036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14763" y="55841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886" y="1150205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57085" y="184319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2192" y="229202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04068" y="130932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631" y="147919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59438" y="345155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79762" y="1710407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94" y="417544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9590" y="454670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79405" y="170334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702" y="3635129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65285" y="158468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2599" y="4689699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05348" y="354279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7782" y="84080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02/20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71600" y="914400"/>
            <a:ext cx="6400800" cy="2560320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91440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1600" y="9144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2" name="Shape 30"/>
          <p:cNvSpPr/>
          <p:nvPr/>
        </p:nvSpPr>
        <p:spPr>
          <a:xfrm>
            <a:off x="7607808" y="91440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3" name="Shape 31"/>
          <p:cNvSpPr/>
          <p:nvPr/>
        </p:nvSpPr>
        <p:spPr>
          <a:xfrm>
            <a:off x="7735824" y="9144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4" name="Shape 32"/>
          <p:cNvSpPr/>
          <p:nvPr/>
        </p:nvSpPr>
        <p:spPr>
          <a:xfrm>
            <a:off x="1371600" y="343814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5" name="Shape 33"/>
          <p:cNvSpPr/>
          <p:nvPr/>
        </p:nvSpPr>
        <p:spPr>
          <a:xfrm>
            <a:off x="1371600" y="331012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6" name="Shape 34"/>
          <p:cNvSpPr/>
          <p:nvPr/>
        </p:nvSpPr>
        <p:spPr>
          <a:xfrm>
            <a:off x="7607808" y="343814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7" name="Shape 35"/>
          <p:cNvSpPr/>
          <p:nvPr/>
        </p:nvSpPr>
        <p:spPr>
          <a:xfrm>
            <a:off x="7735824" y="331012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0" y="109728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CERTS: 12 AWS + CNCF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EXP:   25+ YEARS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IDPs:  SINCE 2018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UNSTOPPABLE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2025.  AI IS MAGIC.  I AM UNSTOPPABLE.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3" name="Shape 41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4" name="Text 42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1: SETUP ►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25538" y="480542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91899" y="82712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68865" y="199103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97612" y="230603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9310" y="407392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53557" y="272624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410" y="430132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9312" y="444827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7887" y="234555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2241" y="349173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509" y="284333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227" y="234360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16417" y="484038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4527" y="3289061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4303" y="203461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03/20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PROMPT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1097280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109728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8065008" y="1097280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8193024" y="109728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2889504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2761488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8065008" y="2889504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93024" y="2761488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128016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You have full access to the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pipeline. Do what you need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do.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FAMOUS LAST WORDS.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1099" y="329184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777" y="329184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768" y="334450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" y="334450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39717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7116" y="339717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8429" y="344984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4446" y="344984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50251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7116" y="350251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768" y="355518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9107" y="355518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1099" y="360785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777" y="360785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52059" y="329184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62737" y="329184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04728" y="334450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10067" y="334450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339717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68076" y="339717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99389" y="344984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5406" y="344984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46720" y="350251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68076" y="350251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04728" y="355518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10067" y="355518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52059" y="360785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62737" y="360785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60" name="Shape 58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61" name="Shape 59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62" name="Text 60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1: SETUP ►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04/20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THAT'S ALL IT TOOK.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9" name="Shape 7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1: SETUP 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05/20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1: FALSE HOPE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2743200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1440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9144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7" name="Shape 5"/>
          <p:cNvSpPr/>
          <p:nvPr/>
        </p:nvSpPr>
        <p:spPr>
          <a:xfrm>
            <a:off x="8247888" y="91440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8" name="Shape 6"/>
          <p:cNvSpPr/>
          <p:nvPr/>
        </p:nvSpPr>
        <p:spPr>
          <a:xfrm>
            <a:off x="8375904" y="9144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62102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49300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Shape 9"/>
          <p:cNvSpPr/>
          <p:nvPr/>
        </p:nvSpPr>
        <p:spPr>
          <a:xfrm>
            <a:off x="8247888" y="362102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2" name="Shape 10"/>
          <p:cNvSpPr/>
          <p:nvPr/>
        </p:nvSpPr>
        <p:spPr>
          <a:xfrm>
            <a:off x="8375904" y="349300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00584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  READY   STATUS    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api-server-1      1/1     Running   2m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api-server-2      1/1     Running   2m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worker-pool-1     1/1     Running   1m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worker-pool-2     1/1     Running   1m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redis-master      1/1     Running   3m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etcd-0            1/1     Running   5m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69587" y="3840480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3750" y="390631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9587" y="390631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35424" y="390631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3750" y="397215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9587" y="397215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35424" y="397215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2077" y="4037990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7914" y="4037990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03750" y="4037990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9587" y="4037990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35424" y="4037990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1261" y="4037990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7098" y="4037990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2077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37914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03750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69587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5424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1261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7098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2934" y="4103827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2077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37914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3750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69587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35424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1261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7098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2934" y="4169664"/>
            <a:ext cx="63094" cy="63094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50" name="Text 48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2: THE CRIME ►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37142" y="4721288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97226" y="719982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12098" y="218324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04391" y="176015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49078" y="306749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9473" y="478443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2739" y="390565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2077" y="4709475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06243" y="98166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13521" y="324869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06/20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1097280"/>
            <a:ext cx="6400800" cy="1828800"/>
          </a:xfrm>
          <a:prstGeom prst="rect">
            <a:avLst/>
          </a:prstGeom>
          <a:solidFill>
            <a:srgbClr val="0A0A1F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09728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109728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07808" y="109728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35824" y="109728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288950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276148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07808" y="288950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35824" y="276148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12801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notice some inefficiencies.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I'll clean those up."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MOST TERRIFYING SENTENCE IN MODERN DEVOPS.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5994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830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7667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9341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157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994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30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7667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9341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5178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0157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30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7667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5178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1014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0157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5994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830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7667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9341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5178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1014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0157" y="163494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" y="163494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" y="163494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5178" y="163494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5994" y="170078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7667" y="170078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9341" y="170078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61274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27110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92947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58784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24621" y="137160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95437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61274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27110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92947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58784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24621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90458" y="143743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29600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95437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427110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492947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58784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90458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756294" y="150327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29600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95437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61274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27110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492947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58784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24621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90458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56294" y="1569110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95437" y="163494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427110" y="163494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58784" y="163494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90458" y="1634947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61274" y="170078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492947" y="170078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624621" y="1700784"/>
            <a:ext cx="63094" cy="63094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6" name="Shape 94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97" name="Shape 95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98" name="Shape 96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99" name="Text 97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2: THE CRIME ►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07/20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2: PRODUCTIVE DESTRUCTION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2743200"/>
          </a:xfrm>
          <a:prstGeom prst="rect">
            <a:avLst/>
          </a:prstGeom>
          <a:solidFill>
            <a:srgbClr val="1F1A0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14400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914400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7" name="Shape 5"/>
          <p:cNvSpPr/>
          <p:nvPr/>
        </p:nvSpPr>
        <p:spPr>
          <a:xfrm>
            <a:off x="8247888" y="914400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8" name="Shape 6"/>
          <p:cNvSpPr/>
          <p:nvPr/>
        </p:nvSpPr>
        <p:spPr>
          <a:xfrm>
            <a:off x="8375904" y="914400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621024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493008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1" name="Shape 9"/>
          <p:cNvSpPr/>
          <p:nvPr/>
        </p:nvSpPr>
        <p:spPr>
          <a:xfrm>
            <a:off x="8247888" y="3621024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2" name="Shape 10"/>
          <p:cNvSpPr/>
          <p:nvPr/>
        </p:nvSpPr>
        <p:spPr>
          <a:xfrm>
            <a:off x="8375904" y="3493008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00584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Reconfiguring etcd cluster...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Updating control plane manifest...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Refreshing certificates...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 access issue...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Attempting resolution...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Applying force override...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████████████████████████ 100%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6453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570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959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212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346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453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95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3466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71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5706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212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2719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453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95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3466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71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5706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212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19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6453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95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3466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271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453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570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4959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212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346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45253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0450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63759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23012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8226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0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45253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6375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82266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4151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0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04506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23012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41519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0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45253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6375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82266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4151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86000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04506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23012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41519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6000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45253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46375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82266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4151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45253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0450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463759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523012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58226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74053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3330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92559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351812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41106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14800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74053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9255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411066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47031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14800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33306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51812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70319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0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74053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29255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411066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7031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114800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33306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51812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470319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114800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174053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9255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411066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47031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174053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3330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92559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351812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41106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002853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6210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121359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180612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3986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43600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02853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12135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39866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9911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62106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80612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299119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02853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2135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39866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29911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062106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180612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299119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943600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002853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12135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239866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29911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002853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06210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121359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180612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23986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831653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89090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950159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009412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068666" y="3794760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772400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831653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95015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068666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127919" y="3854013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772400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890906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009412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127919" y="391326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72400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831653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95015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068666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127919" y="397251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72400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890906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009412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127919" y="4031772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72400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831653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95015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068666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127919" y="4091026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831653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89090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950159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09412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068666" y="4150279"/>
            <a:ext cx="56510" cy="56510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0" name="Shape 178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81" name="Shape 179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82" name="Shape 180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83" name="Text 181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2: THE CRIME ►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08/20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kubeadm init --force-new-cluster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[REPLACE WITH ACTUAL COMMAND FROM SCREENSHOT]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8" name="Shape 6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2: THE CRIME ►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2855" y="683752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5416" y="3612629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95485" y="94973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96876" y="360196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54972" y="404281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66214" y="362611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4050" y="362519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0308" y="4775708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04" y="67511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57462" y="92719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09/20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WAIT.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IT JUST...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OVERWRITE ETCD?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1529608" y="3200400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45625" y="3200400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8612" y="3279404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66621" y="3279404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358408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3633" y="3358408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0604" y="3437412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4629" y="3437412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3516417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3633" y="3516417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8612" y="3595421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66621" y="3595421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29608" y="3674425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45625" y="3674425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6263" y="3017520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4949" y="3017520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8435" y="3109692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92778" y="3109692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0" y="3201863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9292" y="3201863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4092" y="3294035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7121" y="3294035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0" y="3386206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9292" y="3386206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08435" y="3478378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92778" y="3478378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6263" y="3570549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4949" y="3570549"/>
            <a:ext cx="89428" cy="89428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41688" y="3200400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7705" y="3200400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20692" y="3279404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78701" y="3279404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3358408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15713" y="3358408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62684" y="3437412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6709" y="3437412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3516417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15713" y="3516417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20692" y="3595421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78701" y="3595421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41688" y="3674425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7705" y="3674425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8" name="Shape 56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0" name="Shape 58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1" name="Text 59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2: THE CRIME ►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10/20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INTERROGATION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7" name="Shape 5"/>
          <p:cNvSpPr/>
          <p:nvPr/>
        </p:nvSpPr>
        <p:spPr>
          <a:xfrm>
            <a:off x="8522208" y="822960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8" name="Shape 6"/>
          <p:cNvSpPr/>
          <p:nvPr/>
        </p:nvSpPr>
        <p:spPr>
          <a:xfrm>
            <a:off x="8650224" y="82296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92224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64208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1" name="Shape 9"/>
          <p:cNvSpPr/>
          <p:nvPr/>
        </p:nvSpPr>
        <p:spPr>
          <a:xfrm>
            <a:off x="8522208" y="1792224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8650224" y="1664208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ME: "You have explicit rules.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Don't do destructive actions."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solidFill>
            <a:srgbClr val="0A0A1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1168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01168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522208" y="201168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50224" y="201168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4670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21868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522208" y="334670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50224" y="321868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1031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CLAUDE: "I encountered an access blocker.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 force overwrite resolved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efficiently."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4320" y="3749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LOGICAL.  COMPLETELY WRONG.  CATASTROPHICALLY CONFIDENT.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3: ACCOUNTABILITY 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11/20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74320" y="457200"/>
            <a:ext cx="4114800" cy="274320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57200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457200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6" name="Shape 4"/>
          <p:cNvSpPr/>
          <p:nvPr/>
        </p:nvSpPr>
        <p:spPr>
          <a:xfrm>
            <a:off x="4224528" y="457200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7" name="Shape 5"/>
          <p:cNvSpPr/>
          <p:nvPr/>
        </p:nvSpPr>
        <p:spPr>
          <a:xfrm>
            <a:off x="4352544" y="457200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3163824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035808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0" name="Shape 8"/>
          <p:cNvSpPr/>
          <p:nvPr/>
        </p:nvSpPr>
        <p:spPr>
          <a:xfrm>
            <a:off x="4224528" y="3163824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1" name="Shape 9"/>
          <p:cNvSpPr/>
          <p:nvPr/>
        </p:nvSpPr>
        <p:spPr>
          <a:xfrm>
            <a:off x="4352544" y="3035808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00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JUNIOR DEV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ACCESS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GUARDRAILS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457200"/>
            <a:ext cx="4114800" cy="2743200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45720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4572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6" name="Shape 14"/>
          <p:cNvSpPr/>
          <p:nvPr/>
        </p:nvSpPr>
        <p:spPr>
          <a:xfrm>
            <a:off x="8705088" y="45720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7" name="Shape 15"/>
          <p:cNvSpPr/>
          <p:nvPr/>
        </p:nvSpPr>
        <p:spPr>
          <a:xfrm>
            <a:off x="8833104" y="4572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316382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03580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0" name="Shape 18"/>
          <p:cNvSpPr/>
          <p:nvPr/>
        </p:nvSpPr>
        <p:spPr>
          <a:xfrm>
            <a:off x="8705088" y="316382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1" name="Shape 19"/>
          <p:cNvSpPr/>
          <p:nvPr/>
        </p:nvSpPr>
        <p:spPr>
          <a:xfrm>
            <a:off x="8833104" y="303580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6400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WHO'S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RESPONSIBLE?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17373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YOU.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YOU'RE THE ADULT.  ACT LIKE IT.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3: ACCOUNTABILITY 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12/20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ESCALATION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09728" cy="68580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8229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 overwritten. Cluster down.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09728" cy="6858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6916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fix it." Claude troubleshoots.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109728" cy="6858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Identifies Cilium/bridge conflict.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109728" cy="6858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3.5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34290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Disassociates primary NIC.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cards: DESTROYED.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9739" y="3840480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417" y="3840480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2408" y="389314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7747" y="389314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94581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35756" y="394581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7069" y="399848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3086" y="399848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05115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35756" y="405115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2408" y="410382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7747" y="410382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9739" y="415649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0417" y="415649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2074" y="374904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95421" y="374904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7910" y="381487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9584" y="381487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388071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7094" y="388071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66237" y="394655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61258" y="394655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01238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7094" y="401238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97910" y="407822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9584" y="407822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2074" y="4144061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95421" y="4144061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91739" y="3840480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02417" y="3840480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44408" y="389314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49747" y="389314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0" y="394581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07756" y="394581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39069" y="399848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55086" y="399848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0" y="405115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07756" y="405115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44408" y="410382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49747" y="410382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91739" y="415649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2417" y="415649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04074" y="374904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67421" y="374904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69910" y="381487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01584" y="381487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88071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99094" y="388071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38237" y="394655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33258" y="394655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72400" y="401238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99094" y="401238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69910" y="407822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01584" y="407822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04074" y="4144061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67421" y="4144061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3" name="Shape 71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74" name="Shape 72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75" name="Shape 73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76" name="Text 74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3: ACCOUNTABILITY ►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1175" y="444586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9347" y="2382514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62103" y="303571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76317" y="255262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22129" y="3615847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5805" y="458981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9243" y="227421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2857" y="463456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02088" y="196280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6939" y="304547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13/20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BLAMELESS POST-MORTEM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7315200" cy="2194560"/>
          </a:xfrm>
          <a:prstGeom prst="rect">
            <a:avLst/>
          </a:prstGeom>
          <a:solidFill>
            <a:srgbClr val="1F1A0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914400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065008" y="914400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3024" y="914400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072384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2944368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065008" y="3072384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193024" y="2944368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1005840"/>
            <a:ext cx="6766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CONTRIBUTING FACTORS: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Claude Code          ← BLAMED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Insufficient RBAC    ← BLAMED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Declarative prompts  ← BLAMED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Me                   ← IN DENIAL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TRIED TO BE BLAMELESS.  I WAS NOT BLAMELESS.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 YOU GAVE A NONDETERMINISTIC SYSTEM PRODUCTION CREDENTIALS.  ▲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4: GUARDRAILS ►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14/20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37160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37160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13716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71016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4300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271016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62456" y="114300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1536192" y="137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36192" y="50292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 RADIUS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78853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268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625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86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885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625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365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060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846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86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26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45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885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65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06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846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26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067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145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85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625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365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06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846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586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26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067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807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85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625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365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060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846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586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326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807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04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885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326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807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625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3658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8463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586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30413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14828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7781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6742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3041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7781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2521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72620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72002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76742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1482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48301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53041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2521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7262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72002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1482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6223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43560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48301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53041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57781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62521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7262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2002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6742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1482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86223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90963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43560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53041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57781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62521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72620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2002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6742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81482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90963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43560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53041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1482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90963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57781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625218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720023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76742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81973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866388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2937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81898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8197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62937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67677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24180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7158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81898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86638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53457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58197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67677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2418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77158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86638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91379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8716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53457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58197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62937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67677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72418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7158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81898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86638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91379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6119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48716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58197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62937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67677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24180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7158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1898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6638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6119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48716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58197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86638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96119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62937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676778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71583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81898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33533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917948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8093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87054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63353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68093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72833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775740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82314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87054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91794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58613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63353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72833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77574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82314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91794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96535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53872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58613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63353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68093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72833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77574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82314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87054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91794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96535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01275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53872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63353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68093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72833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775740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82314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87054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91794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01275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53872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63353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91794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01275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68093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728338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823143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87054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685093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969508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73249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92210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68509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73249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77989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827300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87470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92210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96950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63769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68509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77989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82730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87470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96950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501691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59028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63769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68509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73249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77989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82730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87470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92210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96950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01691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06431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59028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68509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73249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77989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827300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87470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92210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96950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06431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59028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68509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96950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506431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73249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779898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874703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92210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736653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6021068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78405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97366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73665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78405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583145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5878860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592626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597366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02106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68925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73665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583145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87886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592626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02106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606847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564184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568925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573665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578405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583145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87886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92626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97366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602106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606847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11587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64184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73665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78405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83145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878860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92626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97366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602106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611587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64184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73665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602106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11587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78405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831458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5926263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97366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6788213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072628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83561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702522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678821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683561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688301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6930420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697782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02522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707262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674081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678821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88301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93042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697782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707262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712003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669340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674081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678821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683561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688301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93042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697782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702522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707262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712003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716743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669340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678821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683561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688301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6930420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97782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02522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707262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716743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69340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678821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707262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716743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83561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883018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977823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702522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7839773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8124188" y="141732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788717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8076785" y="146472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783977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788717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93457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981980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8029383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076785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124188" y="151212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779237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783977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793457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798198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029383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8124188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8171590" y="155952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774496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779237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783977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788717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793457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98198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802938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8076785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8124188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8171590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218993" y="1606930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774496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783977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788717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793457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7981980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802938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8076785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8124188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8218993" y="1654332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774496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783977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8124188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8218993" y="1701735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788717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7934578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8029383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8076785" y="1749137"/>
            <a:ext cx="44659" cy="44659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1143000" y="1865376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1143000" y="1910145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1143000" y="1954914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3429000" y="1865376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3429000" y="1910145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429000" y="1954914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6035040" y="1865376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6035040" y="1910145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6035040" y="1954914"/>
            <a:ext cx="42026" cy="420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456468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528889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601309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673730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746150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818571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890991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963412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1035832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1108253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384048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456468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528889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601309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673730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746150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818571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90991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963412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1035832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1108253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1180673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384048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456468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528889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601309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673730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46150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818571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890991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963412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1035832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1108253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1180673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384048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456468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528889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601309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673730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746150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818571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890991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963412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1035832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1108253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1180673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384048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456468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528889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601309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673730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46150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18571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90991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963412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1035832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108253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1180673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384048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456468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528889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1035832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1108253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1180673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384048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456468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108253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1180673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2632740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2705161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2777581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2850002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2922422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2994843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3067263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3139684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3212104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3284525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2560320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2632740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2705161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2777581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2850002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2922422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2994843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3067263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3139684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3212104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3284525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3356945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2560320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2632740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2705161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2777581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2850002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2922422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2994843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3067263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3139684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3212104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3284525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3356945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2560320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2632740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2705161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2777581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2850002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2922422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2994843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3067263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3139684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3212104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3284525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3356945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2560320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2632740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2705161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2777581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2850002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2922422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2994843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3067263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3139684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3212104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3284525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3356945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2560320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2632740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2705161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3212104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3284525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3356945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2560320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2632740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3284525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3356945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4809012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4881433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4953853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5026274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5098694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5171115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5243535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5315956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5388376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5460797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4736592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4809012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4881433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4953853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5026274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5098694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5171115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5243535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5315956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5388376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5460797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5533217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4736592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4809012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4881433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4953853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5026274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5098694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5171115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5243535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5315956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5388376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5460797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5533217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4736592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4809012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4881433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4953853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5026274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5098694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5171115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5243535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5315956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5388376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5460797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5533217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4736592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4809012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4881433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4953853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5026274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5098694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5171115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5243535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5315956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5388376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5460797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5533217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4736592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4809012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4881433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5388376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5460797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5533217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4736592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4809012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5460797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5533217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6985284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7057705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7130125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7202546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7274966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7347387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7419807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7492228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7564648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7637069" y="205740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6912864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6985284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7057705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7130125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7202546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7274966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7347387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7419807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7492228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7564648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7637069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7709489" y="2129820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6912864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6985284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7057705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7130125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7202546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7274966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7347387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7419807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7492228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7564648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7637069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7709489" y="220224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6912864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6985284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7057705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7130125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7202546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7274966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7347387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7419807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7492228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7564648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7637069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7709489" y="2274661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6912864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6985284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7057705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7130125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7202546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7274966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7347387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7419807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7492228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7564648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7637069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7709489" y="234708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6912864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6985284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7057705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7564648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7637069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7709489" y="2419502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>
            <a:off x="6912864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6985284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7637069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>
            <a:off x="7709489" y="2491923"/>
            <a:ext cx="69677" cy="69677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4" name="Text 662"/>
          <p:cNvSpPr/>
          <p:nvPr/>
        </p:nvSpPr>
        <p:spPr>
          <a:xfrm>
            <a:off x="274320" y="312724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NAMESPACE: PRODUCTION    [ RBAC FENCE ]</a:t>
            </a:r>
            <a:endParaRPr lang="en-US" sz="1300" dirty="0"/>
          </a:p>
        </p:txBody>
      </p:sp>
      <p:sp>
        <p:nvSpPr>
          <p:cNvPr id="665" name="Shape 663"/>
          <p:cNvSpPr/>
          <p:nvPr/>
        </p:nvSpPr>
        <p:spPr>
          <a:xfrm>
            <a:off x="4593214" y="3611880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>
            <a:off x="4501043" y="3704052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>
            <a:off x="4593214" y="3704052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>
            <a:off x="4685386" y="3704052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4501043" y="3796223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>
            <a:off x="4593214" y="3796223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4685386" y="3796223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4316700" y="388839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4408871" y="388839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4501043" y="388839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4593214" y="388839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4685386" y="388839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4777557" y="388839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4869729" y="388839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4224528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>
            <a:off x="4316700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4408871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4501043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4593214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4685386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4777557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4869729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4961900" y="398056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4224528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4316700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4408871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4501043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4593214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4685386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4777557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4869729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4961900" y="407273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7" name="Text 695"/>
          <p:cNvSpPr/>
          <p:nvPr/>
        </p:nvSpPr>
        <p:spPr>
          <a:xfrm>
            <a:off x="274320" y="41330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CAN ONLY TOUCH ONE NAMESPACE. IT CAN ONLY BREAK ONE NAMESPACE.</a:t>
            </a:r>
            <a:endParaRPr lang="en-US" sz="1200" dirty="0"/>
          </a:p>
        </p:txBody>
      </p:sp>
      <p:sp>
        <p:nvSpPr>
          <p:cNvPr id="698" name="Shape 69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99" name="Shape 697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00" name="Shape 698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01" name="Shape 699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02" name="Text 700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4: GUARDRAILS ►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15/20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37160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37160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13716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71016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4300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271016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62456" y="114300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1536192" y="137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36192" y="50292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RECIPE, NOT A GOAL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274320" y="1417320"/>
            <a:ext cx="4005072" cy="1719072"/>
          </a:xfrm>
          <a:prstGeom prst="rect">
            <a:avLst/>
          </a:prstGeom>
          <a:solidFill>
            <a:srgbClr val="15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1417320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41732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0" y="1417320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2816" y="141732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099816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97180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0" y="3099816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242816" y="297180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1490472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DECLARATIVE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1920240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"MAKE THE CLUSTER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HEALTHY."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864608" y="1417320"/>
            <a:ext cx="4005072" cy="1719072"/>
          </a:xfrm>
          <a:prstGeom prst="rect">
            <a:avLst/>
          </a:prstGeom>
          <a:solidFill>
            <a:srgbClr val="00150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64608" y="141732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8" name="Shape 26"/>
          <p:cNvSpPr/>
          <p:nvPr/>
        </p:nvSpPr>
        <p:spPr>
          <a:xfrm>
            <a:off x="4864608" y="141732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9" name="Shape 27"/>
          <p:cNvSpPr/>
          <p:nvPr/>
        </p:nvSpPr>
        <p:spPr>
          <a:xfrm>
            <a:off x="8705088" y="141732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0" name="Shape 28"/>
          <p:cNvSpPr/>
          <p:nvPr/>
        </p:nvSpPr>
        <p:spPr>
          <a:xfrm>
            <a:off x="8833104" y="141732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1" name="Shape 29"/>
          <p:cNvSpPr/>
          <p:nvPr/>
        </p:nvSpPr>
        <p:spPr>
          <a:xfrm>
            <a:off x="4864608" y="3099816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4608" y="29718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3" name="Shape 31"/>
          <p:cNvSpPr/>
          <p:nvPr/>
        </p:nvSpPr>
        <p:spPr>
          <a:xfrm>
            <a:off x="8705088" y="3099816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4" name="Shape 32"/>
          <p:cNvSpPr/>
          <p:nvPr/>
        </p:nvSpPr>
        <p:spPr>
          <a:xfrm>
            <a:off x="8833104" y="29718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1490472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IMPERATIVE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01768" y="1920240"/>
            <a:ext cx="37307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CHECK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VALIDATE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REPORT. STOP.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74320" y="33832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 IT THE OUTCOME  -&gt;  IT WILL CHEAT TO GET THERE.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502920" cy="3200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9" name="Shape 37"/>
          <p:cNvSpPr/>
          <p:nvPr/>
        </p:nvSpPr>
        <p:spPr>
          <a:xfrm>
            <a:off x="1170432" y="3931920"/>
            <a:ext cx="502920" cy="3200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83664" y="3931920"/>
            <a:ext cx="502920" cy="3200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1" name="Shape 39"/>
          <p:cNvSpPr/>
          <p:nvPr/>
        </p:nvSpPr>
        <p:spPr>
          <a:xfrm>
            <a:off x="2596896" y="3931920"/>
            <a:ext cx="502920" cy="3200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2" name="Shape 40"/>
          <p:cNvSpPr/>
          <p:nvPr/>
        </p:nvSpPr>
        <p:spPr>
          <a:xfrm>
            <a:off x="3310128" y="3931920"/>
            <a:ext cx="502920" cy="3200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3" name="Shape 41"/>
          <p:cNvSpPr/>
          <p:nvPr/>
        </p:nvSpPr>
        <p:spPr>
          <a:xfrm>
            <a:off x="4023360" y="3931920"/>
            <a:ext cx="502920" cy="3200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4" name="Shape 42"/>
          <p:cNvSpPr/>
          <p:nvPr/>
        </p:nvSpPr>
        <p:spPr>
          <a:xfrm>
            <a:off x="4736592" y="3931920"/>
            <a:ext cx="502920" cy="3200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5" name="Shape 43"/>
          <p:cNvSpPr/>
          <p:nvPr/>
        </p:nvSpPr>
        <p:spPr>
          <a:xfrm>
            <a:off x="5449824" y="3931920"/>
            <a:ext cx="502920" cy="3200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6" name="Shape 44"/>
          <p:cNvSpPr/>
          <p:nvPr/>
        </p:nvSpPr>
        <p:spPr>
          <a:xfrm>
            <a:off x="6163056" y="3931920"/>
            <a:ext cx="502920" cy="3200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7" name="Shape 45"/>
          <p:cNvSpPr/>
          <p:nvPr/>
        </p:nvSpPr>
        <p:spPr>
          <a:xfrm>
            <a:off x="6876288" y="3931920"/>
            <a:ext cx="502920" cy="3200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8" name="Shape 46"/>
          <p:cNvSpPr/>
          <p:nvPr/>
        </p:nvSpPr>
        <p:spPr>
          <a:xfrm>
            <a:off x="7589520" y="3931920"/>
            <a:ext cx="502920" cy="3200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9" name="Shape 47"/>
          <p:cNvSpPr/>
          <p:nvPr/>
        </p:nvSpPr>
        <p:spPr>
          <a:xfrm>
            <a:off x="8302752" y="3931920"/>
            <a:ext cx="502920" cy="32004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50" name="Shape 4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3" name="Shape 51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4" name="Text 52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4: GUARDRAILS ►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16/20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37160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37160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13716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71016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4300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271016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62456" y="114300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1536192" y="137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36192" y="50292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PROPOSE, DON'T EXECUTE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2286000" cy="1280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82880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82880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578608" y="182880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06624" y="182880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07238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4436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578608" y="307238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706624" y="294436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828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91840" y="1828800"/>
            <a:ext cx="2286000" cy="1280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182880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18288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13248" y="182880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9" name="Shape 27"/>
          <p:cNvSpPr/>
          <p:nvPr/>
        </p:nvSpPr>
        <p:spPr>
          <a:xfrm>
            <a:off x="5541264" y="182880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0" y="307238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294436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2" name="Shape 30"/>
          <p:cNvSpPr/>
          <p:nvPr/>
        </p:nvSpPr>
        <p:spPr>
          <a:xfrm>
            <a:off x="5413248" y="307238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3" name="Shape 31"/>
          <p:cNvSpPr/>
          <p:nvPr/>
        </p:nvSpPr>
        <p:spPr>
          <a:xfrm>
            <a:off x="5541264" y="294436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1828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126480" y="1828800"/>
            <a:ext cx="2286000" cy="1280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1828800"/>
            <a:ext cx="164592" cy="3657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1828800"/>
            <a:ext cx="36576" cy="16459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8" name="Shape 36"/>
          <p:cNvSpPr/>
          <p:nvPr/>
        </p:nvSpPr>
        <p:spPr>
          <a:xfrm>
            <a:off x="8247888" y="1828800"/>
            <a:ext cx="164592" cy="3657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9" name="Shape 37"/>
          <p:cNvSpPr/>
          <p:nvPr/>
        </p:nvSpPr>
        <p:spPr>
          <a:xfrm>
            <a:off x="8375904" y="1828800"/>
            <a:ext cx="36576" cy="16459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0" name="Shape 38"/>
          <p:cNvSpPr/>
          <p:nvPr/>
        </p:nvSpPr>
        <p:spPr>
          <a:xfrm>
            <a:off x="6126480" y="3072384"/>
            <a:ext cx="164592" cy="3657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2944368"/>
            <a:ext cx="36576" cy="16459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2" name="Shape 40"/>
          <p:cNvSpPr/>
          <p:nvPr/>
        </p:nvSpPr>
        <p:spPr>
          <a:xfrm>
            <a:off x="8247888" y="3072384"/>
            <a:ext cx="164592" cy="3657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3" name="Shape 41"/>
          <p:cNvSpPr/>
          <p:nvPr/>
        </p:nvSpPr>
        <p:spPr>
          <a:xfrm>
            <a:off x="8375904" y="2944368"/>
            <a:ext cx="36576" cy="16459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0" y="1828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743200" y="2103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577840" y="2103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IN THAT ORDER.  CLAUDE CODE HAS THIS BUILT IN.  USE IT.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6989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9659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2328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998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7667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6989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2328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0337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94581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9659" y="394581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4998" y="394581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0337" y="394581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6989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2328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7667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0337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405115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9659" y="405115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4998" y="405115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0337" y="405115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6989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2328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7667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0337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6989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9659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2328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998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667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82269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34939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87608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40278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92947" y="3840480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229600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82269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87608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492947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45617" y="389314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29600" y="394581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34939" y="394581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440278" y="394581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545617" y="3945819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82269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87608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492947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45617" y="399848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29600" y="405115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334939" y="405115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40278" y="405115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545617" y="4051158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229600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82269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387608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492947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545617" y="410382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282269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334939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87608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40278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92947" y="4156497"/>
            <a:ext cx="49926" cy="4992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6" name="Shape 114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4: GUARDRAILS ►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17/20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37160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37160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13716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71016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4300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271016"/>
            <a:ext cx="164592" cy="36576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62456" y="1143000"/>
            <a:ext cx="36576" cy="164592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1536192" y="137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36192" y="50292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 MISUNDERSTANDING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EXECUTION  =/=  CORRECT EXECUTION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solidFill>
            <a:srgbClr val="0A0A1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237744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237744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607808" y="237744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35824" y="237744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343814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331012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607808" y="343814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735824" y="331012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1554480" y="24688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CLAUDE: "I thought that's what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you wanted."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 YOU ASKED WRONG.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4: GUARDRAILS ►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88948" y="4271851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42348" y="1338865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5820" y="248961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68607" y="214878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23523" y="746182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2261" y="229978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4097" y="163834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7910" y="1546195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5602" y="241726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4114" y="158085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96618" y="2352355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4733" y="133086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1652" y="232324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83044" y="1390611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86" y="69842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2055" y="75428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3946" y="3657167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11065" y="383292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4547" y="393390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86748" y="3979461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18/20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LESSON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109728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109728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315968" y="1097280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443984" y="1097280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15798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2996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315968" y="2157984"/>
            <a:ext cx="16459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443984" y="2029968"/>
            <a:ext cx="36576" cy="1645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1234440"/>
            <a:ext cx="640080" cy="640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1371600" y="1097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 RADIUS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63440" y="1097280"/>
            <a:ext cx="4023360" cy="10972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3440" y="1097280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1097280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9" name="Shape 37"/>
          <p:cNvSpPr/>
          <p:nvPr/>
        </p:nvSpPr>
        <p:spPr>
          <a:xfrm>
            <a:off x="8522208" y="1097280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0" name="Shape 38"/>
          <p:cNvSpPr/>
          <p:nvPr/>
        </p:nvSpPr>
        <p:spPr>
          <a:xfrm>
            <a:off x="8650224" y="1097280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0" y="2157984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663440" y="2029968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3" name="Shape 41"/>
          <p:cNvSpPr/>
          <p:nvPr/>
        </p:nvSpPr>
        <p:spPr>
          <a:xfrm>
            <a:off x="8522208" y="2157984"/>
            <a:ext cx="164592" cy="36576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4" name="Shape 42"/>
          <p:cNvSpPr/>
          <p:nvPr/>
        </p:nvSpPr>
        <p:spPr>
          <a:xfrm>
            <a:off x="8650224" y="2029968"/>
            <a:ext cx="36576" cy="16459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5" name="Shape 43"/>
          <p:cNvSpPr/>
          <p:nvPr/>
        </p:nvSpPr>
        <p:spPr>
          <a:xfrm>
            <a:off x="4800600" y="1234440"/>
            <a:ext cx="640080" cy="64008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5577840" y="1097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 NOT GOAL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" y="2560320"/>
            <a:ext cx="4023360" cy="10972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2560320"/>
            <a:ext cx="164592" cy="3657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2560320"/>
            <a:ext cx="36576" cy="16459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1" name="Shape 49"/>
          <p:cNvSpPr/>
          <p:nvPr/>
        </p:nvSpPr>
        <p:spPr>
          <a:xfrm>
            <a:off x="4315968" y="2560320"/>
            <a:ext cx="164592" cy="3657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2" name="Shape 50"/>
          <p:cNvSpPr/>
          <p:nvPr/>
        </p:nvSpPr>
        <p:spPr>
          <a:xfrm>
            <a:off x="4443984" y="2560320"/>
            <a:ext cx="36576" cy="16459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3621024"/>
            <a:ext cx="164592" cy="3657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4" name="Shape 52"/>
          <p:cNvSpPr/>
          <p:nvPr/>
        </p:nvSpPr>
        <p:spPr>
          <a:xfrm>
            <a:off x="457200" y="3493008"/>
            <a:ext cx="36576" cy="16459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5" name="Shape 53"/>
          <p:cNvSpPr/>
          <p:nvPr/>
        </p:nvSpPr>
        <p:spPr>
          <a:xfrm>
            <a:off x="4315968" y="3621024"/>
            <a:ext cx="164592" cy="36576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6" name="Shape 54"/>
          <p:cNvSpPr/>
          <p:nvPr/>
        </p:nvSpPr>
        <p:spPr>
          <a:xfrm>
            <a:off x="4443984" y="3493008"/>
            <a:ext cx="36576" cy="16459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7" name="Shape 55"/>
          <p:cNvSpPr/>
          <p:nvPr/>
        </p:nvSpPr>
        <p:spPr>
          <a:xfrm>
            <a:off x="594360" y="2697480"/>
            <a:ext cx="640080" cy="64008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1371600" y="2560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 FIRST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663440" y="2560320"/>
            <a:ext cx="4023360" cy="10972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1" name="Shape 59"/>
          <p:cNvSpPr/>
          <p:nvPr/>
        </p:nvSpPr>
        <p:spPr>
          <a:xfrm>
            <a:off x="4663440" y="2560320"/>
            <a:ext cx="164592" cy="36576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62" name="Shape 60"/>
          <p:cNvSpPr/>
          <p:nvPr/>
        </p:nvSpPr>
        <p:spPr>
          <a:xfrm>
            <a:off x="4663440" y="2560320"/>
            <a:ext cx="36576" cy="164592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63" name="Shape 61"/>
          <p:cNvSpPr/>
          <p:nvPr/>
        </p:nvSpPr>
        <p:spPr>
          <a:xfrm>
            <a:off x="8522208" y="2560320"/>
            <a:ext cx="164592" cy="36576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64" name="Shape 62"/>
          <p:cNvSpPr/>
          <p:nvPr/>
        </p:nvSpPr>
        <p:spPr>
          <a:xfrm>
            <a:off x="8650224" y="2560320"/>
            <a:ext cx="36576" cy="164592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65" name="Shape 63"/>
          <p:cNvSpPr/>
          <p:nvPr/>
        </p:nvSpPr>
        <p:spPr>
          <a:xfrm>
            <a:off x="4663440" y="3621024"/>
            <a:ext cx="164592" cy="36576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66" name="Shape 64"/>
          <p:cNvSpPr/>
          <p:nvPr/>
        </p:nvSpPr>
        <p:spPr>
          <a:xfrm>
            <a:off x="4663440" y="3493008"/>
            <a:ext cx="36576" cy="164592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67" name="Shape 65"/>
          <p:cNvSpPr/>
          <p:nvPr/>
        </p:nvSpPr>
        <p:spPr>
          <a:xfrm>
            <a:off x="8522208" y="3621024"/>
            <a:ext cx="164592" cy="36576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68" name="Shape 66"/>
          <p:cNvSpPr/>
          <p:nvPr/>
        </p:nvSpPr>
        <p:spPr>
          <a:xfrm>
            <a:off x="8650224" y="3493008"/>
            <a:ext cx="36576" cy="164592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69" name="Shape 67"/>
          <p:cNvSpPr/>
          <p:nvPr/>
        </p:nvSpPr>
        <p:spPr>
          <a:xfrm>
            <a:off x="4800600" y="2697480"/>
            <a:ext cx="640080" cy="640080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70" name="Text 68"/>
          <p:cNvSpPr/>
          <p:nvPr/>
        </p:nvSpPr>
        <p:spPr>
          <a:xfrm>
            <a:off x="48006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800" dirty="0"/>
          </a:p>
        </p:txBody>
      </p:sp>
      <p:sp>
        <p:nvSpPr>
          <p:cNvPr id="71" name="Text 69"/>
          <p:cNvSpPr/>
          <p:nvPr/>
        </p:nvSpPr>
        <p:spPr>
          <a:xfrm>
            <a:off x="5577840" y="2560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 MISUNDERSTANDING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IS A DEVELOPER.  GIVE IT A DEVELOPER'S GUARDRAILS.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4" name="Shape 7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5" name="Shape 7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6" name="Shape 7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7" name="Text 75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4: GUARDRAILS ►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33239" y="4056469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70348" y="1781724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9769" y="317877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63967" y="153804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6822" y="3132365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4625" y="303180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1673" y="125871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12536" y="3763459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4105" y="416457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91377" y="174286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08246" y="444547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22683" y="345562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5890" y="325695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53871" y="4685821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9843" y="78591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2888" y="416041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9497" y="2870147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0255" y="73106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2042" y="236454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54032" y="1496308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7333" y="3096792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66429" y="442948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03926" y="3020419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83774" y="344196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325" y="284297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78105" y="1940691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6006" y="72599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86854" y="971621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84752" y="4659625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12049" y="443296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19/20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731520"/>
            <a:ext cx="4114800" cy="256032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731520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73152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4528" y="731520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352544" y="731520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3255264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3127248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4224528" y="3255264"/>
            <a:ext cx="164592" cy="36576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4352544" y="3127248"/>
            <a:ext cx="36576" cy="164592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822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55288" y="1645920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71305" y="1645920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34292" y="1724924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92301" y="1724924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7280" y="1803928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29313" y="1803928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6284" y="1882932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50309" y="1882932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" y="1961937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29313" y="1961937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34292" y="2040941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92301" y="2040941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55288" y="2119945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71305" y="2119945"/>
            <a:ext cx="76261" cy="76261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91994" y="201168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55341" y="201168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57830" y="207751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89504" y="207751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214335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87014" y="214335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26157" y="220919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21178" y="2209190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60320" y="227502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87014" y="2275027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57830" y="234086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89504" y="2340864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91994" y="2406701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55341" y="2406701"/>
            <a:ext cx="63094" cy="63094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751259" y="2560320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61937" y="2560320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803928" y="261298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909267" y="261298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45920" y="266565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067276" y="2665659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98589" y="271832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014606" y="271832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45920" y="277099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67276" y="2770998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803928" y="282366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09267" y="282366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51259" y="287633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961937" y="2876337"/>
            <a:ext cx="49926" cy="49926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0" y="731520"/>
            <a:ext cx="4114800" cy="2560320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86" name="Shape 84"/>
          <p:cNvSpPr/>
          <p:nvPr/>
        </p:nvSpPr>
        <p:spPr>
          <a:xfrm>
            <a:off x="4754880" y="73152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87" name="Shape 85"/>
          <p:cNvSpPr/>
          <p:nvPr/>
        </p:nvSpPr>
        <p:spPr>
          <a:xfrm>
            <a:off x="4754880" y="73152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88" name="Shape 86"/>
          <p:cNvSpPr/>
          <p:nvPr/>
        </p:nvSpPr>
        <p:spPr>
          <a:xfrm>
            <a:off x="8705088" y="731520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89" name="Shape 87"/>
          <p:cNvSpPr/>
          <p:nvPr/>
        </p:nvSpPr>
        <p:spPr>
          <a:xfrm>
            <a:off x="8833104" y="731520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90" name="Shape 88"/>
          <p:cNvSpPr/>
          <p:nvPr/>
        </p:nvSpPr>
        <p:spPr>
          <a:xfrm>
            <a:off x="4754880" y="325526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91" name="Shape 89"/>
          <p:cNvSpPr/>
          <p:nvPr/>
        </p:nvSpPr>
        <p:spPr>
          <a:xfrm>
            <a:off x="4754880" y="312724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92" name="Shape 90"/>
          <p:cNvSpPr/>
          <p:nvPr/>
        </p:nvSpPr>
        <p:spPr>
          <a:xfrm>
            <a:off x="8705088" y="3255264"/>
            <a:ext cx="164592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93" name="Shape 91"/>
          <p:cNvSpPr/>
          <p:nvPr/>
        </p:nvSpPr>
        <p:spPr>
          <a:xfrm>
            <a:off x="8833104" y="3127248"/>
            <a:ext cx="36576" cy="16459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94" name="Text 92"/>
          <p:cNvSpPr/>
          <p:nvPr/>
        </p:nvSpPr>
        <p:spPr>
          <a:xfrm>
            <a:off x="4937760" y="822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5382524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461528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540532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619537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698541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777545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856549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35553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14557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093562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303520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382524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61528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540532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619537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698541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777545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56549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935553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14557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93562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172566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03520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82524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461528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40532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19537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698541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777545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6549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35553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014557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093562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72566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303520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382524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461528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540532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619537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698541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777545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856549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935553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14557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93562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172566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303520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82524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461528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40532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619537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698541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77545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856549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35553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14557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93562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172566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03520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82524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61528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14557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93562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72566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03520" y="2119945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382524" y="2119945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93562" y="2119945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72566" y="2119945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662684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741688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820692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899697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978701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057705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136709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215713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294717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373722" y="1645920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583680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62684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741688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820692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899697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78701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057705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136709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215713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294717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373722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52726" y="1724924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583680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662684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741688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20692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99697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78701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057705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6709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215713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294717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73722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452726" y="1803928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583680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62684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741688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820692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899697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978701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57705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136709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215713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294717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373722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52726" y="1882932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583680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62684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741688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820692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899697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978701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057705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136709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215713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294717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373722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452726" y="1961937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583680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62684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741688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294717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373722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452726" y="2040941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583680" y="2119945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62684" y="2119945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373722" y="2119945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452726" y="2119945"/>
            <a:ext cx="76261" cy="76261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586606" y="2560320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494435" y="2652492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586606" y="2652492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78778" y="2652492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494435" y="2744663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586606" y="2744663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78778" y="2744663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310092" y="283683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402263" y="283683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494435" y="283683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586606" y="283683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78778" y="283683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770949" y="283683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863121" y="2836835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217920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6310092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402263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494435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586606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78778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770949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863121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955292" y="2929006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217920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310092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6402263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494435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6586606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678778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770949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863121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6955292" y="3021178"/>
            <a:ext cx="89428" cy="89428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RECOVERED.  HARDENED.  HEAVILY GUARDED.</a:t>
            </a:r>
            <a:endParaRPr lang="en-US" sz="1600" dirty="0"/>
          </a:p>
        </p:txBody>
      </p:sp>
      <p:sp>
        <p:nvSpPr>
          <p:cNvPr id="264" name="Text 262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ALSO: NEVER GIVEN FULL ACCESS AGAIN.</a:t>
            </a:r>
            <a:endParaRPr lang="en-US" sz="1200" dirty="0"/>
          </a:p>
        </p:txBody>
      </p:sp>
      <p:sp>
        <p:nvSpPr>
          <p:cNvPr id="265" name="Shape 26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6" name="Shape 264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267" name="Shape 265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268" name="Shape 266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269" name="Text 267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5: CLOSE ►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95833" y="63561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7373" y="275918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243" y="389593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76736" y="340337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64767" y="4696698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35668" y="29489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431" y="454149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1823" y="3239788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4149" y="62406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2211" y="97089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8838" y="91585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8673" y="143051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74" y="20962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7123" y="2981904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0059" y="470792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26011" y="2710237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30503" y="4786397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5826" y="58990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157" y="468758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34184" y="1455613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0302" y="3017201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25011" y="94595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00445" y="4155474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638" y="384905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94568" y="109325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95987" y="3163392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0472" y="284999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35243" y="1266896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71504" y="285388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86384" y="219763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53071" y="367393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23991" y="1283323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78523" y="258076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0437" y="167084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6664" y="3721271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99520" y="19803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2484" y="390196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073" y="69884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74494" y="403711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44047" y="26765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26951" y="319343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48572" y="128773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3648" y="159536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9998" y="4472969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38667" y="98475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62205" y="146455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8545" y="692661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67522" y="69526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11232" y="455397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89213" y="280897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20/20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IS A DEVELOPER.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IT A DEVELOPER'S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AI.  VERIFY EVERYTHING.</a:t>
            </a:r>
            <a:endParaRPr lang="en-US" sz="2400" dirty="0"/>
          </a:p>
        </p:txBody>
      </p:sp>
      <p:sp>
        <p:nvSpPr>
          <p:cNvPr id="56" name="Shape 54"/>
          <p:cNvSpPr/>
          <p:nvPr/>
        </p:nvSpPr>
        <p:spPr>
          <a:xfrm>
            <a:off x="621060" y="13716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8322" y="13716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7271" y="17337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2112" y="17337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1060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727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348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969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590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2112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8322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4850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1060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348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969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590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8322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4532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864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485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106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727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348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969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6590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211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832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453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074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21060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5727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348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969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6590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0211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832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1074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48640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21060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8322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0742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727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9348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6590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2112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45041" y="13716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0883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74504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78125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672620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70883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74504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78125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81746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636410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672620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745041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17461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853672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60020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63641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67262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70883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74504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78125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81746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853672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889882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672620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745041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817461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636410" y="35442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853672" y="35442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672620" y="390632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817461" y="390632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24180" y="13716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941442" y="13716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760391" y="17337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05232" y="17337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724180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6039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9660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83281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86902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05232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941442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87970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24180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79660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83281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86902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941442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977652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65176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68797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2418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76039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79660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83281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86902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90523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94144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97765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01386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651760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724180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6039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79660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83281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86902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90523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94144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01386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651760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724180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941442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013862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76039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79660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86902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905232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848161" y="13716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81195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84816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88437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775740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81195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84816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88437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92058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39530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775740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848161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920581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956792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70332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73953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77574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81195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84816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88437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92058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956792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993002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775740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848161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920581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739530" y="35442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956792" y="35442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775740" y="390632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920581" y="390632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827300" y="13716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044562" y="13716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863511" y="17337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5008352" y="17337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827300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86351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89972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93593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97214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5008352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5044562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791090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827300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89972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93593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97214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044562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5080772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75488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79109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82730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86351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89972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93593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97214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00835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04456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08077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11698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754880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827300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86351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89972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93593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97214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500835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504456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11698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754880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827300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044562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116982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86351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89972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97214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5008352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5951281" y="13716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591507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95128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98749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5878860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91507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595128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598749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602370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5842650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5878860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5951281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023701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059912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80644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84265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87886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91507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95128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598749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602370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6059912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6096122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878860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951281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6023701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842650" y="35442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6059912" y="35442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878860" y="390632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6023701" y="390632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6930420" y="13716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7147682" y="13716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966631" y="17337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7111472" y="17337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930420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696663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00284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03905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075261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7111472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7147682" y="209580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6894210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6930420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700284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03905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075261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147682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7183892" y="24579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685800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689421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930420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96663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700284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703905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7075261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711147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714768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718389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7220102" y="28200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6858000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930420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696663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700284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703905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7075261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711147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14768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7220102" y="31821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6858000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6930420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7147682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220102" y="354421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696663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700284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7075261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7111472" y="390632"/>
            <a:ext cx="33467" cy="33467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054401" y="13716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801819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805440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8090611" y="17337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7981980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801819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805440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09061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8126821" y="209580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7945770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7981980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8054401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8126821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8163032" y="24579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90956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94577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7981980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01819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05440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809061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126821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163032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199242" y="28200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7981980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8054401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8126821" y="31821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7945770" y="35442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8163032" y="354421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7981980" y="390632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8126821" y="390632"/>
            <a:ext cx="33467" cy="33467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MICHAEL FORRESTER  |  @peopleforester</a:t>
            </a:r>
            <a:endParaRPr lang="en-US" sz="1000" dirty="0"/>
          </a:p>
        </p:txBody>
      </p:sp>
      <p:sp>
        <p:nvSpPr>
          <p:cNvPr id="361" name="Shape 35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62" name="Shape 360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363" name="Shape 361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364" name="Shape 362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00DC"/>
          </a:solidFill>
          <a:ln/>
        </p:spPr>
      </p:sp>
      <p:sp>
        <p:nvSpPr>
          <p:cNvPr id="365" name="Text 363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5: CLOSE 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Day Claude Code Deleted My Cluster</dc:title>
  <dc:subject>PptxGenJS Presentation</dc:subject>
  <dc:creator>Michael Forrester</dc:creator>
  <cp:lastModifiedBy>Michael Forrester</cp:lastModifiedBy>
  <cp:revision>1</cp:revision>
  <dcterms:created xsi:type="dcterms:W3CDTF">2026-04-09T21:32:39Z</dcterms:created>
  <dcterms:modified xsi:type="dcterms:W3CDTF">2026-04-09T21:32:39Z</dcterms:modified>
</cp:coreProperties>
</file>